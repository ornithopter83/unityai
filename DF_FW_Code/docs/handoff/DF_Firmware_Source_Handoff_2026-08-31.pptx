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6150ee1e0847d1" /><Relationship Type="http://schemas.openxmlformats.org/officeDocument/2006/relationships/extended-properties" Target="/docProps/app.xml" Id="R65786edb3b274fd3" /><Relationship Type="http://schemas.openxmlformats.org/officeDocument/2006/relationships/officeDocument" Target="/ppt/presentation.xml" Id="Rf90ec75cf1364f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7d8b9491964a94"/>
  </p:sldMasterIdLst>
  <p:notesMasterIdLst>
    <p:notesMasterId xmlns:r="http://schemas.openxmlformats.org/officeDocument/2006/relationships" r:id="Rb683f9ada17e4336"/>
  </p:notesMasterIdLst>
  <p:sldIdLst>
    <p:sldId xmlns:r="http://schemas.openxmlformats.org/officeDocument/2006/relationships" id="256" r:id="R35c846688e8341ac"/>
    <p:sldId xmlns:r="http://schemas.openxmlformats.org/officeDocument/2006/relationships" id="257" r:id="R834cce62a7e94b72"/>
    <p:sldId xmlns:r="http://schemas.openxmlformats.org/officeDocument/2006/relationships" id="258" r:id="R98e8408f1b73426d"/>
    <p:sldId xmlns:r="http://schemas.openxmlformats.org/officeDocument/2006/relationships" id="259" r:id="R801952dab7c84594"/>
    <p:sldId xmlns:r="http://schemas.openxmlformats.org/officeDocument/2006/relationships" id="260" r:id="Rcd27bffe54304274"/>
    <p:sldId xmlns:r="http://schemas.openxmlformats.org/officeDocument/2006/relationships" id="261" r:id="R098e6f6a68284d80"/>
    <p:sldId xmlns:r="http://schemas.openxmlformats.org/officeDocument/2006/relationships" id="262" r:id="Rf31d577a9f46483e"/>
    <p:sldId xmlns:r="http://schemas.openxmlformats.org/officeDocument/2006/relationships" id="263" r:id="Ra8dfe432472f4c07"/>
    <p:sldId xmlns:r="http://schemas.openxmlformats.org/officeDocument/2006/relationships" id="264" r:id="Rf2fb6fa291dc4b58"/>
    <p:sldId xmlns:r="http://schemas.openxmlformats.org/officeDocument/2006/relationships" id="265" r:id="R291de6ae21964833"/>
    <p:sldId xmlns:r="http://schemas.openxmlformats.org/officeDocument/2006/relationships" id="266" r:id="R29210600550c4b56"/>
    <p:sldId xmlns:r="http://schemas.openxmlformats.org/officeDocument/2006/relationships" id="267" r:id="R01a8e09ab37d4d82"/>
    <p:sldId xmlns:r="http://schemas.openxmlformats.org/officeDocument/2006/relationships" id="268" r:id="R9974f8a6868f46eb"/>
    <p:sldId xmlns:r="http://schemas.openxmlformats.org/officeDocument/2006/relationships" id="269" r:id="Ra07d402225304702"/>
    <p:sldId xmlns:r="http://schemas.openxmlformats.org/officeDocument/2006/relationships" id="270" r:id="Rc6ffcb837bc44457"/>
    <p:sldId xmlns:r="http://schemas.openxmlformats.org/officeDocument/2006/relationships" id="271" r:id="Raeb6ed9860cf471a"/>
    <p:sldId xmlns:r="http://schemas.openxmlformats.org/officeDocument/2006/relationships" id="272" r:id="Rf98be1e667ac459e"/>
    <p:sldId xmlns:r="http://schemas.openxmlformats.org/officeDocument/2006/relationships" id="273" r:id="Rc573a3760af841ff"/>
    <p:sldId xmlns:r="http://schemas.openxmlformats.org/officeDocument/2006/relationships" id="274" r:id="Rb01e5f1bf84f4583"/>
    <p:sldId xmlns:r="http://schemas.openxmlformats.org/officeDocument/2006/relationships" id="275" r:id="R43af49fcb11448c7"/>
    <p:sldId xmlns:r="http://schemas.openxmlformats.org/officeDocument/2006/relationships" id="276" r:id="R4829901761ea44b8"/>
    <p:sldId xmlns:r="http://schemas.openxmlformats.org/officeDocument/2006/relationships" id="277" r:id="Rc3aae216daca46e9"/>
    <p:sldId xmlns:r="http://schemas.openxmlformats.org/officeDocument/2006/relationships" id="278" r:id="Rade7e63456174cbb"/>
    <p:sldId xmlns:r="http://schemas.openxmlformats.org/officeDocument/2006/relationships" id="279" r:id="R02000504b5b74669"/>
    <p:sldId xmlns:r="http://schemas.openxmlformats.org/officeDocument/2006/relationships" id="280" r:id="R0cf45e0235a14008"/>
    <p:sldId xmlns:r="http://schemas.openxmlformats.org/officeDocument/2006/relationships" id="281" r:id="R366682579c8748eb"/>
    <p:sldId xmlns:r="http://schemas.openxmlformats.org/officeDocument/2006/relationships" id="282" r:id="Rc1ff861b397c44f6"/>
    <p:sldId xmlns:r="http://schemas.openxmlformats.org/officeDocument/2006/relationships" id="283" r:id="R19e505260a244fc5"/>
    <p:sldId xmlns:r="http://schemas.openxmlformats.org/officeDocument/2006/relationships" id="284" r:id="R200d15cfb96e45cc"/>
    <p:sldId xmlns:r="http://schemas.openxmlformats.org/officeDocument/2006/relationships" id="285" r:id="Redef29e58d234b26"/>
    <p:sldId xmlns:r="http://schemas.openxmlformats.org/officeDocument/2006/relationships" id="286" r:id="R60ae7cd15fcb4203"/>
    <p:sldId xmlns:r="http://schemas.openxmlformats.org/officeDocument/2006/relationships" id="287" r:id="R5517cf9902534a2a"/>
    <p:sldId xmlns:r="http://schemas.openxmlformats.org/officeDocument/2006/relationships" id="288" r:id="Rd7ce8dc8c0e3467b"/>
    <p:sldId xmlns:r="http://schemas.openxmlformats.org/officeDocument/2006/relationships" id="289" r:id="Ref5033beb6394fd5"/>
    <p:sldId xmlns:r="http://schemas.openxmlformats.org/officeDocument/2006/relationships" id="290" r:id="R5ecec80ccf994a67"/>
    <p:sldId xmlns:r="http://schemas.openxmlformats.org/officeDocument/2006/relationships" id="291" r:id="Rf4de96eacbfa4d5c"/>
    <p:sldId xmlns:r="http://schemas.openxmlformats.org/officeDocument/2006/relationships" id="292" r:id="R96161bc84df64d39"/>
    <p:sldId xmlns:r="http://schemas.openxmlformats.org/officeDocument/2006/relationships" id="293" r:id="R48322d95510d4469"/>
    <p:sldId xmlns:r="http://schemas.openxmlformats.org/officeDocument/2006/relationships" id="294" r:id="R77427b5a1d794ad4"/>
    <p:sldId xmlns:r="http://schemas.openxmlformats.org/officeDocument/2006/relationships" id="295" r:id="R33d4ff1099764bba"/>
    <p:sldId xmlns:r="http://schemas.openxmlformats.org/officeDocument/2006/relationships" id="296" r:id="Rf6a040312f114765"/>
    <p:sldId xmlns:r="http://schemas.openxmlformats.org/officeDocument/2006/relationships" id="297" r:id="R309a16e4399f4663"/>
    <p:sldId xmlns:r="http://schemas.openxmlformats.org/officeDocument/2006/relationships" id="298" r:id="Rd9148132ddd44c3a"/>
    <p:sldId xmlns:r="http://schemas.openxmlformats.org/officeDocument/2006/relationships" id="299" r:id="R490a84949a2b444b"/>
    <p:sldId xmlns:r="http://schemas.openxmlformats.org/officeDocument/2006/relationships" id="300" r:id="R70a0c809766b40d9"/>
    <p:sldId xmlns:r="http://schemas.openxmlformats.org/officeDocument/2006/relationships" id="301" r:id="R7f4b609e01fa473e"/>
    <p:sldId xmlns:r="http://schemas.openxmlformats.org/officeDocument/2006/relationships" id="302" r:id="Rf477ae263da243a5"/>
    <p:sldId xmlns:r="http://schemas.openxmlformats.org/officeDocument/2006/relationships" id="303" r:id="R9899e8718b2a4104"/>
    <p:sldId xmlns:r="http://schemas.openxmlformats.org/officeDocument/2006/relationships" id="304" r:id="R046cbb9180764267"/>
    <p:sldId xmlns:r="http://schemas.openxmlformats.org/officeDocument/2006/relationships" id="305" r:id="R667120da01e148eb"/>
    <p:sldId xmlns:r="http://schemas.openxmlformats.org/officeDocument/2006/relationships" id="306" r:id="R02637e7e73774b91"/>
    <p:sldId xmlns:r="http://schemas.openxmlformats.org/officeDocument/2006/relationships" id="307" r:id="Re1ee0c84e5a44835"/>
    <p:sldId xmlns:r="http://schemas.openxmlformats.org/officeDocument/2006/relationships" id="308" r:id="R62ae05d821864c04"/>
    <p:sldId xmlns:r="http://schemas.openxmlformats.org/officeDocument/2006/relationships" id="309" r:id="Rc765e37aaeb84673"/>
    <p:sldId xmlns:r="http://schemas.openxmlformats.org/officeDocument/2006/relationships" id="310" r:id="R2b1cdd1178ad4aa1"/>
    <p:sldId xmlns:r="http://schemas.openxmlformats.org/officeDocument/2006/relationships" id="311" r:id="R13ac3263bf06422b"/>
    <p:sldId xmlns:r="http://schemas.openxmlformats.org/officeDocument/2006/relationships" id="312" r:id="R7c75bfb5dd914e5a"/>
    <p:sldId xmlns:r="http://schemas.openxmlformats.org/officeDocument/2006/relationships" id="313" r:id="R2290185a9bd64735"/>
    <p:sldId xmlns:r="http://schemas.openxmlformats.org/officeDocument/2006/relationships" id="314" r:id="R965d13887b724c12"/>
    <p:sldId xmlns:r="http://schemas.openxmlformats.org/officeDocument/2006/relationships" id="315" r:id="Ra89596302b634bf5"/>
    <p:sldId xmlns:r="http://schemas.openxmlformats.org/officeDocument/2006/relationships" id="316" r:id="Rab4a4dc93bdf460f"/>
    <p:sldId xmlns:r="http://schemas.openxmlformats.org/officeDocument/2006/relationships" id="317" r:id="R5890477d21bf4400"/>
    <p:sldId xmlns:r="http://schemas.openxmlformats.org/officeDocument/2006/relationships" id="318" r:id="Readd8a7aa4b24f32"/>
    <p:sldId xmlns:r="http://schemas.openxmlformats.org/officeDocument/2006/relationships" id="319" r:id="R339243d032a3425d"/>
    <p:sldId xmlns:r="http://schemas.openxmlformats.org/officeDocument/2006/relationships" id="320" r:id="Rdfb5ad3488944738"/>
    <p:sldId xmlns:r="http://schemas.openxmlformats.org/officeDocument/2006/relationships" id="321" r:id="R6a919848f3764008"/>
    <p:sldId xmlns:r="http://schemas.openxmlformats.org/officeDocument/2006/relationships" id="322" r:id="R6546b84840114c59"/>
    <p:sldId xmlns:r="http://schemas.openxmlformats.org/officeDocument/2006/relationships" id="323" r:id="R8efd05fe8deb411f"/>
    <p:sldId xmlns:r="http://schemas.openxmlformats.org/officeDocument/2006/relationships" id="324" r:id="R6290a55656d64cd6"/>
    <p:sldId xmlns:r="http://schemas.openxmlformats.org/officeDocument/2006/relationships" id="325" r:id="R1826492f089241f7"/>
    <p:sldId xmlns:r="http://schemas.openxmlformats.org/officeDocument/2006/relationships" id="326" r:id="Rf89382d69142450f"/>
    <p:sldId xmlns:r="http://schemas.openxmlformats.org/officeDocument/2006/relationships" id="327" r:id="Rb2148abb42f24789"/>
    <p:sldId xmlns:r="http://schemas.openxmlformats.org/officeDocument/2006/relationships" id="328" r:id="R822adc75800a4bd4"/>
    <p:sldId xmlns:r="http://schemas.openxmlformats.org/officeDocument/2006/relationships" id="329" r:id="R50d0b8dfb69a4205"/>
    <p:sldId xmlns:r="http://schemas.openxmlformats.org/officeDocument/2006/relationships" id="330" r:id="R43e5dbc0b6b947fc"/>
    <p:sldId xmlns:r="http://schemas.openxmlformats.org/officeDocument/2006/relationships" id="331" r:id="Ra1e1bda37cef4171"/>
    <p:sldId xmlns:r="http://schemas.openxmlformats.org/officeDocument/2006/relationships" id="332" r:id="R5322d02630a0412f"/>
    <p:sldId xmlns:r="http://schemas.openxmlformats.org/officeDocument/2006/relationships" id="333" r:id="Rfa9d2c4a9126417e"/>
    <p:sldId xmlns:r="http://schemas.openxmlformats.org/officeDocument/2006/relationships" id="334" r:id="R0672fd8b87f74e6d"/>
    <p:sldId xmlns:r="http://schemas.openxmlformats.org/officeDocument/2006/relationships" id="335" r:id="R79611a2197c34a0a"/>
    <p:sldId xmlns:r="http://schemas.openxmlformats.org/officeDocument/2006/relationships" id="336" r:id="R647c42befe7e4840"/>
    <p:sldId xmlns:r="http://schemas.openxmlformats.org/officeDocument/2006/relationships" id="337" r:id="R6e3c0878a8ef45c4"/>
    <p:sldId xmlns:r="http://schemas.openxmlformats.org/officeDocument/2006/relationships" id="338" r:id="R0b07e5480eb24b3d"/>
    <p:sldId xmlns:r="http://schemas.openxmlformats.org/officeDocument/2006/relationships" id="339" r:id="R827441736eaa4c52"/>
    <p:sldId xmlns:r="http://schemas.openxmlformats.org/officeDocument/2006/relationships" id="340" r:id="R02aa42e71e8944eb"/>
    <p:sldId xmlns:r="http://schemas.openxmlformats.org/officeDocument/2006/relationships" id="341" r:id="R3ae424c667b54970"/>
    <p:sldId xmlns:r="http://schemas.openxmlformats.org/officeDocument/2006/relationships" id="342" r:id="R0b428855d1984e40"/>
    <p:sldId xmlns:r="http://schemas.openxmlformats.org/officeDocument/2006/relationships" id="343" r:id="R0d0363ee78944eec"/>
    <p:sldId xmlns:r="http://schemas.openxmlformats.org/officeDocument/2006/relationships" id="344" r:id="R4635dd1cc6934d3a"/>
    <p:sldId xmlns:r="http://schemas.openxmlformats.org/officeDocument/2006/relationships" id="345" r:id="R24733e961797480c"/>
    <p:sldId xmlns:r="http://schemas.openxmlformats.org/officeDocument/2006/relationships" id="346" r:id="R83959992b0a247a9"/>
    <p:sldId xmlns:r="http://schemas.openxmlformats.org/officeDocument/2006/relationships" id="347" r:id="R8820b9e55709495b"/>
    <p:sldId xmlns:r="http://schemas.openxmlformats.org/officeDocument/2006/relationships" id="348" r:id="R592491f2fa024424"/>
    <p:sldId xmlns:r="http://schemas.openxmlformats.org/officeDocument/2006/relationships" id="349" r:id="R26b0a96ff7b14fa3"/>
    <p:sldId xmlns:r="http://schemas.openxmlformats.org/officeDocument/2006/relationships" id="350" r:id="R2bcd76b8db3e40a9"/>
    <p:sldId xmlns:r="http://schemas.openxmlformats.org/officeDocument/2006/relationships" id="351" r:id="Rdcf6c2cfecab4be4"/>
    <p:sldId xmlns:r="http://schemas.openxmlformats.org/officeDocument/2006/relationships" id="352" r:id="R7ad89168cc3f4f99"/>
    <p:sldId xmlns:r="http://schemas.openxmlformats.org/officeDocument/2006/relationships" id="353" r:id="R596d1500ade544ce"/>
    <p:sldId xmlns:r="http://schemas.openxmlformats.org/officeDocument/2006/relationships" id="354" r:id="Rbe7bb6d02ef143d2"/>
    <p:sldId xmlns:r="http://schemas.openxmlformats.org/officeDocument/2006/relationships" id="355" r:id="R741a7379e3a14d5d"/>
    <p:sldId xmlns:r="http://schemas.openxmlformats.org/officeDocument/2006/relationships" id="356" r:id="R1251b6be1fa2471f"/>
    <p:sldId xmlns:r="http://schemas.openxmlformats.org/officeDocument/2006/relationships" id="357" r:id="Rd89d6fde779f42f6"/>
    <p:sldId xmlns:r="http://schemas.openxmlformats.org/officeDocument/2006/relationships" id="358" r:id="R6c821f5d93444ecc"/>
    <p:sldId xmlns:r="http://schemas.openxmlformats.org/officeDocument/2006/relationships" id="359" r:id="R8ae9a0ce67b5415d"/>
    <p:sldId xmlns:r="http://schemas.openxmlformats.org/officeDocument/2006/relationships" id="360" r:id="R8d65b0cfbd75480e"/>
    <p:sldId xmlns:r="http://schemas.openxmlformats.org/officeDocument/2006/relationships" id="361" r:id="Reb527d135084409a"/>
    <p:sldId xmlns:r="http://schemas.openxmlformats.org/officeDocument/2006/relationships" id="362" r:id="Rcb87173ba19c4095"/>
    <p:sldId xmlns:r="http://schemas.openxmlformats.org/officeDocument/2006/relationships" id="363" r:id="R870244aadfb14ce5"/>
    <p:sldId xmlns:r="http://schemas.openxmlformats.org/officeDocument/2006/relationships" id="364" r:id="R544983f20ef54ca4"/>
    <p:sldId xmlns:r="http://schemas.openxmlformats.org/officeDocument/2006/relationships" id="365" r:id="R9afffdf3daa343ab"/>
    <p:sldId xmlns:r="http://schemas.openxmlformats.org/officeDocument/2006/relationships" id="366" r:id="R8ffeb00af2ee4890"/>
    <p:sldId xmlns:r="http://schemas.openxmlformats.org/officeDocument/2006/relationships" id="367" r:id="R4508f9ec74a84445"/>
    <p:sldId xmlns:r="http://schemas.openxmlformats.org/officeDocument/2006/relationships" id="368" r:id="Raa3139a9cc554bac"/>
    <p:sldId xmlns:r="http://schemas.openxmlformats.org/officeDocument/2006/relationships" id="369" r:id="Re6ebcd61be324291"/>
    <p:sldId xmlns:r="http://schemas.openxmlformats.org/officeDocument/2006/relationships" id="370" r:id="Ra76023ee176346a1"/>
    <p:sldId xmlns:r="http://schemas.openxmlformats.org/officeDocument/2006/relationships" id="371" r:id="Rffb4ccd36af14549"/>
    <p:sldId xmlns:r="http://schemas.openxmlformats.org/officeDocument/2006/relationships" id="372" r:id="R28bee9096dfd4cbe"/>
    <p:sldId xmlns:r="http://schemas.openxmlformats.org/officeDocument/2006/relationships" id="373" r:id="Rca4d64809d524d82"/>
    <p:sldId xmlns:r="http://schemas.openxmlformats.org/officeDocument/2006/relationships" id="374" r:id="R5a61dedd82a747db"/>
    <p:sldId xmlns:r="http://schemas.openxmlformats.org/officeDocument/2006/relationships" id="375" r:id="R397098f08a074fa8"/>
    <p:sldId xmlns:r="http://schemas.openxmlformats.org/officeDocument/2006/relationships" id="376" r:id="R4714c5ca754941fd"/>
    <p:sldId xmlns:r="http://schemas.openxmlformats.org/officeDocument/2006/relationships" id="377" r:id="Rfbc3580378e94d1c"/>
    <p:sldId xmlns:r="http://schemas.openxmlformats.org/officeDocument/2006/relationships" id="378" r:id="Rd9c73212c565405d"/>
    <p:sldId xmlns:r="http://schemas.openxmlformats.org/officeDocument/2006/relationships" id="379" r:id="R06727e33fff44408"/>
    <p:sldId xmlns:r="http://schemas.openxmlformats.org/officeDocument/2006/relationships" id="380" r:id="Rb7151704ad16461a"/>
    <p:sldId xmlns:r="http://schemas.openxmlformats.org/officeDocument/2006/relationships" id="381" r:id="Rfdfb3cf942f449b8"/>
    <p:sldId xmlns:r="http://schemas.openxmlformats.org/officeDocument/2006/relationships" id="382" r:id="Rf35e537b5b3c4f90"/>
    <p:sldId xmlns:r="http://schemas.openxmlformats.org/officeDocument/2006/relationships" id="383" r:id="Rab09b8fc42494bb1"/>
    <p:sldId xmlns:r="http://schemas.openxmlformats.org/officeDocument/2006/relationships" id="384" r:id="R444ed45c6057439c"/>
    <p:sldId xmlns:r="http://schemas.openxmlformats.org/officeDocument/2006/relationships" id="385" r:id="Rdc51b3905a91483e"/>
    <p:sldId xmlns:r="http://schemas.openxmlformats.org/officeDocument/2006/relationships" id="386" r:id="R3eb93c9bfcea45a6"/>
    <p:sldId xmlns:r="http://schemas.openxmlformats.org/officeDocument/2006/relationships" id="387" r:id="R2be19c139cf04336"/>
    <p:sldId xmlns:r="http://schemas.openxmlformats.org/officeDocument/2006/relationships" id="388" r:id="R18f20a4bc74d4841"/>
    <p:sldId xmlns:r="http://schemas.openxmlformats.org/officeDocument/2006/relationships" id="389" r:id="R061ebb8223bd496e"/>
    <p:sldId xmlns:r="http://schemas.openxmlformats.org/officeDocument/2006/relationships" id="390" r:id="Rd5777917d83a47b8"/>
    <p:sldId xmlns:r="http://schemas.openxmlformats.org/officeDocument/2006/relationships" id="391" r:id="Re9577fdc82604179"/>
    <p:sldId xmlns:r="http://schemas.openxmlformats.org/officeDocument/2006/relationships" id="392" r:id="R498283a0808143d6"/>
    <p:sldId xmlns:r="http://schemas.openxmlformats.org/officeDocument/2006/relationships" id="393" r:id="R31df41af58a54ae5"/>
    <p:sldId xmlns:r="http://schemas.openxmlformats.org/officeDocument/2006/relationships" id="394" r:id="R76d9490d86d744b8"/>
    <p:sldId xmlns:r="http://schemas.openxmlformats.org/officeDocument/2006/relationships" id="395" r:id="Redcfe00febfe4d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1b699924684425" /><Relationship Type="http://schemas.openxmlformats.org/officeDocument/2006/relationships/slideMaster" Target="/ppt/slideMasters/slideMaster1.xml" Id="R647d8b9491964a94" /><Relationship Type="http://schemas.openxmlformats.org/officeDocument/2006/relationships/notesMaster" Target="/ppt/notesMasters/notesMaster1.xml" Id="Rb683f9ada17e4336" /><Relationship Type="http://schemas.openxmlformats.org/officeDocument/2006/relationships/presProps" Target="/ppt/presProps.xml" Id="Rfd2195a5afd54f8d" /><Relationship Type="http://schemas.openxmlformats.org/officeDocument/2006/relationships/tableStyles" Target="/ppt/tableStyles.xml" Id="R0f7c1f58f0b346ab" /><Relationship Type="http://schemas.openxmlformats.org/officeDocument/2006/relationships/slide" Target="/ppt/slides/slide1.xml" Id="R35c846688e8341ac" /><Relationship Type="http://schemas.openxmlformats.org/officeDocument/2006/relationships/slide" Target="/ppt/slides/slide2.xml" Id="R834cce62a7e94b72" /><Relationship Type="http://schemas.openxmlformats.org/officeDocument/2006/relationships/slide" Target="/ppt/slides/slide3.xml" Id="R98e8408f1b73426d" /><Relationship Type="http://schemas.openxmlformats.org/officeDocument/2006/relationships/slide" Target="/ppt/slides/slide4.xml" Id="R801952dab7c84594" /><Relationship Type="http://schemas.openxmlformats.org/officeDocument/2006/relationships/slide" Target="/ppt/slides/slide5.xml" Id="Rcd27bffe54304274" /><Relationship Type="http://schemas.openxmlformats.org/officeDocument/2006/relationships/slide" Target="/ppt/slides/slide6.xml" Id="R098e6f6a68284d80" /><Relationship Type="http://schemas.openxmlformats.org/officeDocument/2006/relationships/slide" Target="/ppt/slides/slide7.xml" Id="Rf31d577a9f46483e" /><Relationship Type="http://schemas.openxmlformats.org/officeDocument/2006/relationships/slide" Target="/ppt/slides/slide8.xml" Id="Ra8dfe432472f4c07" /><Relationship Type="http://schemas.openxmlformats.org/officeDocument/2006/relationships/slide" Target="/ppt/slides/slide9.xml" Id="Rf2fb6fa291dc4b58" /><Relationship Type="http://schemas.openxmlformats.org/officeDocument/2006/relationships/slide" Target="/ppt/slides/slide10.xml" Id="R291de6ae21964833" /><Relationship Type="http://schemas.openxmlformats.org/officeDocument/2006/relationships/slide" Target="/ppt/slides/slide11.xml" Id="R29210600550c4b56" /><Relationship Type="http://schemas.openxmlformats.org/officeDocument/2006/relationships/slide" Target="/ppt/slides/slide12.xml" Id="R01a8e09ab37d4d82" /><Relationship Type="http://schemas.openxmlformats.org/officeDocument/2006/relationships/slide" Target="/ppt/slides/slide13.xml" Id="R9974f8a6868f46eb" /><Relationship Type="http://schemas.openxmlformats.org/officeDocument/2006/relationships/slide" Target="/ppt/slides/slide14.xml" Id="Ra07d402225304702" /><Relationship Type="http://schemas.openxmlformats.org/officeDocument/2006/relationships/slide" Target="/ppt/slides/slide15.xml" Id="Rc6ffcb837bc44457" /><Relationship Type="http://schemas.openxmlformats.org/officeDocument/2006/relationships/slide" Target="/ppt/slides/slide16.xml" Id="Raeb6ed9860cf471a" /><Relationship Type="http://schemas.openxmlformats.org/officeDocument/2006/relationships/slide" Target="/ppt/slides/slide17.xml" Id="Rf98be1e667ac459e" /><Relationship Type="http://schemas.openxmlformats.org/officeDocument/2006/relationships/slide" Target="/ppt/slides/slide18.xml" Id="Rc573a3760af841ff" /><Relationship Type="http://schemas.openxmlformats.org/officeDocument/2006/relationships/slide" Target="/ppt/slides/slide19.xml" Id="Rb01e5f1bf84f4583" /><Relationship Type="http://schemas.openxmlformats.org/officeDocument/2006/relationships/slide" Target="/ppt/slides/slide20.xml" Id="R43af49fcb11448c7" /><Relationship Type="http://schemas.openxmlformats.org/officeDocument/2006/relationships/slide" Target="/ppt/slides/slide21.xml" Id="R4829901761ea44b8" /><Relationship Type="http://schemas.openxmlformats.org/officeDocument/2006/relationships/slide" Target="/ppt/slides/slide22.xml" Id="Rc3aae216daca46e9" /><Relationship Type="http://schemas.openxmlformats.org/officeDocument/2006/relationships/slide" Target="/ppt/slides/slide23.xml" Id="Rade7e63456174cbb" /><Relationship Type="http://schemas.openxmlformats.org/officeDocument/2006/relationships/slide" Target="/ppt/slides/slide24.xml" Id="R02000504b5b74669" /><Relationship Type="http://schemas.openxmlformats.org/officeDocument/2006/relationships/slide" Target="/ppt/slides/slide25.xml" Id="R0cf45e0235a14008" /><Relationship Type="http://schemas.openxmlformats.org/officeDocument/2006/relationships/slide" Target="/ppt/slides/slide26.xml" Id="R366682579c8748eb" /><Relationship Type="http://schemas.openxmlformats.org/officeDocument/2006/relationships/slide" Target="/ppt/slides/slide27.xml" Id="Rc1ff861b397c44f6" /><Relationship Type="http://schemas.openxmlformats.org/officeDocument/2006/relationships/slide" Target="/ppt/slides/slide28.xml" Id="R19e505260a244fc5" /><Relationship Type="http://schemas.openxmlformats.org/officeDocument/2006/relationships/slide" Target="/ppt/slides/slide29.xml" Id="R200d15cfb96e45cc" /><Relationship Type="http://schemas.openxmlformats.org/officeDocument/2006/relationships/slide" Target="/ppt/slides/slide30.xml" Id="Redef29e58d234b26" /><Relationship Type="http://schemas.openxmlformats.org/officeDocument/2006/relationships/slide" Target="/ppt/slides/slide31.xml" Id="R60ae7cd15fcb4203" /><Relationship Type="http://schemas.openxmlformats.org/officeDocument/2006/relationships/slide" Target="/ppt/slides/slide32.xml" Id="R5517cf9902534a2a" /><Relationship Type="http://schemas.openxmlformats.org/officeDocument/2006/relationships/slide" Target="/ppt/slides/slide33.xml" Id="Rd7ce8dc8c0e3467b" /><Relationship Type="http://schemas.openxmlformats.org/officeDocument/2006/relationships/slide" Target="/ppt/slides/slide34.xml" Id="Ref5033beb6394fd5" /><Relationship Type="http://schemas.openxmlformats.org/officeDocument/2006/relationships/slide" Target="/ppt/slides/slide35.xml" Id="R5ecec80ccf994a67" /><Relationship Type="http://schemas.openxmlformats.org/officeDocument/2006/relationships/slide" Target="/ppt/slides/slide36.xml" Id="Rf4de96eacbfa4d5c" /><Relationship Type="http://schemas.openxmlformats.org/officeDocument/2006/relationships/slide" Target="/ppt/slides/slide37.xml" Id="R96161bc84df64d39" /><Relationship Type="http://schemas.openxmlformats.org/officeDocument/2006/relationships/slide" Target="/ppt/slides/slide38.xml" Id="R48322d95510d4469" /><Relationship Type="http://schemas.openxmlformats.org/officeDocument/2006/relationships/slide" Target="/ppt/slides/slide39.xml" Id="R77427b5a1d794ad4" /><Relationship Type="http://schemas.openxmlformats.org/officeDocument/2006/relationships/slide" Target="/ppt/slides/slide40.xml" Id="R33d4ff1099764bba" /><Relationship Type="http://schemas.openxmlformats.org/officeDocument/2006/relationships/slide" Target="/ppt/slides/slide41.xml" Id="Rf6a040312f114765" /><Relationship Type="http://schemas.openxmlformats.org/officeDocument/2006/relationships/slide" Target="/ppt/slides/slide42.xml" Id="R309a16e4399f4663" /><Relationship Type="http://schemas.openxmlformats.org/officeDocument/2006/relationships/slide" Target="/ppt/slides/slide43.xml" Id="Rd9148132ddd44c3a" /><Relationship Type="http://schemas.openxmlformats.org/officeDocument/2006/relationships/slide" Target="/ppt/slides/slide44.xml" Id="R490a84949a2b444b" /><Relationship Type="http://schemas.openxmlformats.org/officeDocument/2006/relationships/slide" Target="/ppt/slides/slide45.xml" Id="R70a0c809766b40d9" /><Relationship Type="http://schemas.openxmlformats.org/officeDocument/2006/relationships/slide" Target="/ppt/slides/slide46.xml" Id="R7f4b609e01fa473e" /><Relationship Type="http://schemas.openxmlformats.org/officeDocument/2006/relationships/slide" Target="/ppt/slides/slide47.xml" Id="Rf477ae263da243a5" /><Relationship Type="http://schemas.openxmlformats.org/officeDocument/2006/relationships/slide" Target="/ppt/slides/slide48.xml" Id="R9899e8718b2a4104" /><Relationship Type="http://schemas.openxmlformats.org/officeDocument/2006/relationships/slide" Target="/ppt/slides/slide49.xml" Id="R046cbb9180764267" /><Relationship Type="http://schemas.openxmlformats.org/officeDocument/2006/relationships/slide" Target="/ppt/slides/slide50.xml" Id="R667120da01e148eb" /><Relationship Type="http://schemas.openxmlformats.org/officeDocument/2006/relationships/slide" Target="/ppt/slides/slide51.xml" Id="R02637e7e73774b91" /><Relationship Type="http://schemas.openxmlformats.org/officeDocument/2006/relationships/slide" Target="/ppt/slides/slide52.xml" Id="Re1ee0c84e5a44835" /><Relationship Type="http://schemas.openxmlformats.org/officeDocument/2006/relationships/slide" Target="/ppt/slides/slide53.xml" Id="R62ae05d821864c04" /><Relationship Type="http://schemas.openxmlformats.org/officeDocument/2006/relationships/slide" Target="/ppt/slides/slide54.xml" Id="Rc765e37aaeb84673" /><Relationship Type="http://schemas.openxmlformats.org/officeDocument/2006/relationships/slide" Target="/ppt/slides/slide55.xml" Id="R2b1cdd1178ad4aa1" /><Relationship Type="http://schemas.openxmlformats.org/officeDocument/2006/relationships/slide" Target="/ppt/slides/slide56.xml" Id="R13ac3263bf06422b" /><Relationship Type="http://schemas.openxmlformats.org/officeDocument/2006/relationships/slide" Target="/ppt/slides/slide57.xml" Id="R7c75bfb5dd914e5a" /><Relationship Type="http://schemas.openxmlformats.org/officeDocument/2006/relationships/slide" Target="/ppt/slides/slide58.xml" Id="R2290185a9bd64735" /><Relationship Type="http://schemas.openxmlformats.org/officeDocument/2006/relationships/slide" Target="/ppt/slides/slide59.xml" Id="R965d13887b724c12" /><Relationship Type="http://schemas.openxmlformats.org/officeDocument/2006/relationships/slide" Target="/ppt/slides/slide60.xml" Id="Ra89596302b634bf5" /><Relationship Type="http://schemas.openxmlformats.org/officeDocument/2006/relationships/slide" Target="/ppt/slides/slide61.xml" Id="Rab4a4dc93bdf460f" /><Relationship Type="http://schemas.openxmlformats.org/officeDocument/2006/relationships/slide" Target="/ppt/slides/slide62.xml" Id="R5890477d21bf4400" /><Relationship Type="http://schemas.openxmlformats.org/officeDocument/2006/relationships/slide" Target="/ppt/slides/slide63.xml" Id="Readd8a7aa4b24f32" /><Relationship Type="http://schemas.openxmlformats.org/officeDocument/2006/relationships/slide" Target="/ppt/slides/slide64.xml" Id="R339243d032a3425d" /><Relationship Type="http://schemas.openxmlformats.org/officeDocument/2006/relationships/slide" Target="/ppt/slides/slide65.xml" Id="Rdfb5ad3488944738" /><Relationship Type="http://schemas.openxmlformats.org/officeDocument/2006/relationships/slide" Target="/ppt/slides/slide66.xml" Id="R6a919848f3764008" /><Relationship Type="http://schemas.openxmlformats.org/officeDocument/2006/relationships/slide" Target="/ppt/slides/slide67.xml" Id="R6546b84840114c59" /><Relationship Type="http://schemas.openxmlformats.org/officeDocument/2006/relationships/slide" Target="/ppt/slides/slide68.xml" Id="R8efd05fe8deb411f" /><Relationship Type="http://schemas.openxmlformats.org/officeDocument/2006/relationships/slide" Target="/ppt/slides/slide69.xml" Id="R6290a55656d64cd6" /><Relationship Type="http://schemas.openxmlformats.org/officeDocument/2006/relationships/slide" Target="/ppt/slides/slide70.xml" Id="R1826492f089241f7" /><Relationship Type="http://schemas.openxmlformats.org/officeDocument/2006/relationships/slide" Target="/ppt/slides/slide71.xml" Id="Rf89382d69142450f" /><Relationship Type="http://schemas.openxmlformats.org/officeDocument/2006/relationships/slide" Target="/ppt/slides/slide72.xml" Id="Rb2148abb42f24789" /><Relationship Type="http://schemas.openxmlformats.org/officeDocument/2006/relationships/slide" Target="/ppt/slides/slide73.xml" Id="R822adc75800a4bd4" /><Relationship Type="http://schemas.openxmlformats.org/officeDocument/2006/relationships/slide" Target="/ppt/slides/slide74.xml" Id="R50d0b8dfb69a4205" /><Relationship Type="http://schemas.openxmlformats.org/officeDocument/2006/relationships/slide" Target="/ppt/slides/slide75.xml" Id="R43e5dbc0b6b947fc" /><Relationship Type="http://schemas.openxmlformats.org/officeDocument/2006/relationships/slide" Target="/ppt/slides/slide76.xml" Id="Ra1e1bda37cef4171" /><Relationship Type="http://schemas.openxmlformats.org/officeDocument/2006/relationships/slide" Target="/ppt/slides/slide77.xml" Id="R5322d02630a0412f" /><Relationship Type="http://schemas.openxmlformats.org/officeDocument/2006/relationships/slide" Target="/ppt/slides/slide78.xml" Id="Rfa9d2c4a9126417e" /><Relationship Type="http://schemas.openxmlformats.org/officeDocument/2006/relationships/slide" Target="/ppt/slides/slide79.xml" Id="R0672fd8b87f74e6d" /><Relationship Type="http://schemas.openxmlformats.org/officeDocument/2006/relationships/slide" Target="/ppt/slides/slide80.xml" Id="R79611a2197c34a0a" /><Relationship Type="http://schemas.openxmlformats.org/officeDocument/2006/relationships/slide" Target="/ppt/slides/slide81.xml" Id="R647c42befe7e4840" /><Relationship Type="http://schemas.openxmlformats.org/officeDocument/2006/relationships/slide" Target="/ppt/slides/slide82.xml" Id="R6e3c0878a8ef45c4" /><Relationship Type="http://schemas.openxmlformats.org/officeDocument/2006/relationships/slide" Target="/ppt/slides/slide83.xml" Id="R0b07e5480eb24b3d" /><Relationship Type="http://schemas.openxmlformats.org/officeDocument/2006/relationships/slide" Target="/ppt/slides/slide84.xml" Id="R827441736eaa4c52" /><Relationship Type="http://schemas.openxmlformats.org/officeDocument/2006/relationships/slide" Target="/ppt/slides/slide85.xml" Id="R02aa42e71e8944eb" /><Relationship Type="http://schemas.openxmlformats.org/officeDocument/2006/relationships/slide" Target="/ppt/slides/slide86.xml" Id="R3ae424c667b54970" /><Relationship Type="http://schemas.openxmlformats.org/officeDocument/2006/relationships/slide" Target="/ppt/slides/slide87.xml" Id="R0b428855d1984e40" /><Relationship Type="http://schemas.openxmlformats.org/officeDocument/2006/relationships/slide" Target="/ppt/slides/slide88.xml" Id="R0d0363ee78944eec" /><Relationship Type="http://schemas.openxmlformats.org/officeDocument/2006/relationships/slide" Target="/ppt/slides/slide89.xml" Id="R4635dd1cc6934d3a" /><Relationship Type="http://schemas.openxmlformats.org/officeDocument/2006/relationships/slide" Target="/ppt/slides/slide90.xml" Id="R24733e961797480c" /><Relationship Type="http://schemas.openxmlformats.org/officeDocument/2006/relationships/slide" Target="/ppt/slides/slide91.xml" Id="R83959992b0a247a9" /><Relationship Type="http://schemas.openxmlformats.org/officeDocument/2006/relationships/slide" Target="/ppt/slides/slide92.xml" Id="R8820b9e55709495b" /><Relationship Type="http://schemas.openxmlformats.org/officeDocument/2006/relationships/slide" Target="/ppt/slides/slide93.xml" Id="R592491f2fa024424" /><Relationship Type="http://schemas.openxmlformats.org/officeDocument/2006/relationships/slide" Target="/ppt/slides/slide94.xml" Id="R26b0a96ff7b14fa3" /><Relationship Type="http://schemas.openxmlformats.org/officeDocument/2006/relationships/slide" Target="/ppt/slides/slide95.xml" Id="R2bcd76b8db3e40a9" /><Relationship Type="http://schemas.openxmlformats.org/officeDocument/2006/relationships/slide" Target="/ppt/slides/slide96.xml" Id="Rdcf6c2cfecab4be4" /><Relationship Type="http://schemas.openxmlformats.org/officeDocument/2006/relationships/slide" Target="/ppt/slides/slide97.xml" Id="R7ad89168cc3f4f99" /><Relationship Type="http://schemas.openxmlformats.org/officeDocument/2006/relationships/slide" Target="/ppt/slides/slide98.xml" Id="R596d1500ade544ce" /><Relationship Type="http://schemas.openxmlformats.org/officeDocument/2006/relationships/slide" Target="/ppt/slides/slide99.xml" Id="Rbe7bb6d02ef143d2" /><Relationship Type="http://schemas.openxmlformats.org/officeDocument/2006/relationships/slide" Target="/ppt/slides/slide100.xml" Id="R741a7379e3a14d5d" /><Relationship Type="http://schemas.openxmlformats.org/officeDocument/2006/relationships/slide" Target="/ppt/slides/slide101.xml" Id="R1251b6be1fa2471f" /><Relationship Type="http://schemas.openxmlformats.org/officeDocument/2006/relationships/slide" Target="/ppt/slides/slide102.xml" Id="Rd89d6fde779f42f6" /><Relationship Type="http://schemas.openxmlformats.org/officeDocument/2006/relationships/slide" Target="/ppt/slides/slide103.xml" Id="R6c821f5d93444ecc" /><Relationship Type="http://schemas.openxmlformats.org/officeDocument/2006/relationships/slide" Target="/ppt/slides/slide104.xml" Id="R8ae9a0ce67b5415d" /><Relationship Type="http://schemas.openxmlformats.org/officeDocument/2006/relationships/slide" Target="/ppt/slides/slide105.xml" Id="R8d65b0cfbd75480e" /><Relationship Type="http://schemas.openxmlformats.org/officeDocument/2006/relationships/slide" Target="/ppt/slides/slide106.xml" Id="Reb527d135084409a" /><Relationship Type="http://schemas.openxmlformats.org/officeDocument/2006/relationships/slide" Target="/ppt/slides/slide107.xml" Id="Rcb87173ba19c4095" /><Relationship Type="http://schemas.openxmlformats.org/officeDocument/2006/relationships/slide" Target="/ppt/slides/slide108.xml" Id="R870244aadfb14ce5" /><Relationship Type="http://schemas.openxmlformats.org/officeDocument/2006/relationships/slide" Target="/ppt/slides/slide109.xml" Id="R544983f20ef54ca4" /><Relationship Type="http://schemas.openxmlformats.org/officeDocument/2006/relationships/slide" Target="/ppt/slides/slide110.xml" Id="R9afffdf3daa343ab" /><Relationship Type="http://schemas.openxmlformats.org/officeDocument/2006/relationships/slide" Target="/ppt/slides/slide111.xml" Id="R8ffeb00af2ee4890" /><Relationship Type="http://schemas.openxmlformats.org/officeDocument/2006/relationships/slide" Target="/ppt/slides/slide112.xml" Id="R4508f9ec74a84445" /><Relationship Type="http://schemas.openxmlformats.org/officeDocument/2006/relationships/slide" Target="/ppt/slides/slide113.xml" Id="Raa3139a9cc554bac" /><Relationship Type="http://schemas.openxmlformats.org/officeDocument/2006/relationships/slide" Target="/ppt/slides/slide114.xml" Id="Re6ebcd61be324291" /><Relationship Type="http://schemas.openxmlformats.org/officeDocument/2006/relationships/slide" Target="/ppt/slides/slide115.xml" Id="Ra76023ee176346a1" /><Relationship Type="http://schemas.openxmlformats.org/officeDocument/2006/relationships/slide" Target="/ppt/slides/slide116.xml" Id="Rffb4ccd36af14549" /><Relationship Type="http://schemas.openxmlformats.org/officeDocument/2006/relationships/slide" Target="/ppt/slides/slide117.xml" Id="R28bee9096dfd4cbe" /><Relationship Type="http://schemas.openxmlformats.org/officeDocument/2006/relationships/slide" Target="/ppt/slides/slide118.xml" Id="Rca4d64809d524d82" /><Relationship Type="http://schemas.openxmlformats.org/officeDocument/2006/relationships/slide" Target="/ppt/slides/slide119.xml" Id="R5a61dedd82a747db" /><Relationship Type="http://schemas.openxmlformats.org/officeDocument/2006/relationships/slide" Target="/ppt/slides/slide120.xml" Id="R397098f08a074fa8" /><Relationship Type="http://schemas.openxmlformats.org/officeDocument/2006/relationships/slide" Target="/ppt/slides/slide121.xml" Id="R4714c5ca754941fd" /><Relationship Type="http://schemas.openxmlformats.org/officeDocument/2006/relationships/slide" Target="/ppt/slides/slide122.xml" Id="Rfbc3580378e94d1c" /><Relationship Type="http://schemas.openxmlformats.org/officeDocument/2006/relationships/slide" Target="/ppt/slides/slide123.xml" Id="Rd9c73212c565405d" /><Relationship Type="http://schemas.openxmlformats.org/officeDocument/2006/relationships/slide" Target="/ppt/slides/slide124.xml" Id="R06727e33fff44408" /><Relationship Type="http://schemas.openxmlformats.org/officeDocument/2006/relationships/slide" Target="/ppt/slides/slide125.xml" Id="Rb7151704ad16461a" /><Relationship Type="http://schemas.openxmlformats.org/officeDocument/2006/relationships/slide" Target="/ppt/slides/slide126.xml" Id="Rfdfb3cf942f449b8" /><Relationship Type="http://schemas.openxmlformats.org/officeDocument/2006/relationships/slide" Target="/ppt/slides/slide127.xml" Id="Rf35e537b5b3c4f90" /><Relationship Type="http://schemas.openxmlformats.org/officeDocument/2006/relationships/slide" Target="/ppt/slides/slide128.xml" Id="Rab09b8fc42494bb1" /><Relationship Type="http://schemas.openxmlformats.org/officeDocument/2006/relationships/slide" Target="/ppt/slides/slide129.xml" Id="R444ed45c6057439c" /><Relationship Type="http://schemas.openxmlformats.org/officeDocument/2006/relationships/slide" Target="/ppt/slides/slide130.xml" Id="Rdc51b3905a91483e" /><Relationship Type="http://schemas.openxmlformats.org/officeDocument/2006/relationships/slide" Target="/ppt/slides/slide131.xml" Id="R3eb93c9bfcea45a6" /><Relationship Type="http://schemas.openxmlformats.org/officeDocument/2006/relationships/slide" Target="/ppt/slides/slide132.xml" Id="R2be19c139cf04336" /><Relationship Type="http://schemas.openxmlformats.org/officeDocument/2006/relationships/slide" Target="/ppt/slides/slide133.xml" Id="R18f20a4bc74d4841" /><Relationship Type="http://schemas.openxmlformats.org/officeDocument/2006/relationships/slide" Target="/ppt/slides/slide134.xml" Id="R061ebb8223bd496e" /><Relationship Type="http://schemas.openxmlformats.org/officeDocument/2006/relationships/slide" Target="/ppt/slides/slide135.xml" Id="Rd5777917d83a47b8" /><Relationship Type="http://schemas.openxmlformats.org/officeDocument/2006/relationships/slide" Target="/ppt/slides/slide136.xml" Id="Re9577fdc82604179" /><Relationship Type="http://schemas.openxmlformats.org/officeDocument/2006/relationships/slide" Target="/ppt/slides/slide137.xml" Id="R498283a0808143d6" /><Relationship Type="http://schemas.openxmlformats.org/officeDocument/2006/relationships/slide" Target="/ppt/slides/slide138.xml" Id="R31df41af58a54ae5" /><Relationship Type="http://schemas.openxmlformats.org/officeDocument/2006/relationships/slide" Target="/ppt/slides/slide139.xml" Id="R76d9490d86d744b8" /><Relationship Type="http://schemas.openxmlformats.org/officeDocument/2006/relationships/slide" Target="/ppt/slides/slide140.xml" Id="Redcfe00febfe4d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2ccdcd944244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f5115393a740b6" /><Relationship Type="http://schemas.openxmlformats.org/officeDocument/2006/relationships/notesMaster" Target="/ppt/notesMasters/notesMaster1.xml" Id="Rabf9cde9626445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6c0898951d47b6" /><Relationship Type="http://schemas.openxmlformats.org/officeDocument/2006/relationships/notesMaster" Target="/ppt/notesMasters/notesMaster1.xml" Id="R36a3eeed6a2548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6788ca36f74dd5" /><Relationship Type="http://schemas.openxmlformats.org/officeDocument/2006/relationships/notesMaster" Target="/ppt/notesMasters/notesMaster1.xml" Id="R590d276256de44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1faf7877ba4ed6" /><Relationship Type="http://schemas.openxmlformats.org/officeDocument/2006/relationships/notesMaster" Target="/ppt/notesMasters/notesMaster1.xml" Id="R1cde8087d79b4b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ade66f12104047" /><Relationship Type="http://schemas.openxmlformats.org/officeDocument/2006/relationships/notesMaster" Target="/ppt/notesMasters/notesMaster1.xml" Id="R1e3b2056097e43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c52447235d423c" /><Relationship Type="http://schemas.openxmlformats.org/officeDocument/2006/relationships/notesMaster" Target="/ppt/notesMasters/notesMaster1.xml" Id="Rfcd0375f040d47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873d6145ba4480" /><Relationship Type="http://schemas.openxmlformats.org/officeDocument/2006/relationships/notesMaster" Target="/ppt/notesMasters/notesMaster1.xml" Id="Rc81e5bec96e44f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e5f0cbd9154e87" /><Relationship Type="http://schemas.openxmlformats.org/officeDocument/2006/relationships/notesMaster" Target="/ppt/notesMasters/notesMaster1.xml" Id="Rd34097e12c7748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74744e4c944da3" /><Relationship Type="http://schemas.openxmlformats.org/officeDocument/2006/relationships/notesMaster" Target="/ppt/notesMasters/notesMaster1.xml" Id="R8166ca9480dd43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f58ede4ebb4011" /><Relationship Type="http://schemas.openxmlformats.org/officeDocument/2006/relationships/notesMaster" Target="/ppt/notesMasters/notesMaster1.xml" Id="Rb4da14e0d5964e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7133e0d8be640b3" /><Relationship Type="http://schemas.openxmlformats.org/officeDocument/2006/relationships/notesMaster" Target="/ppt/notesMasters/notesMaster1.xml" Id="R545ad6c3887e4a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4268ed0cd04f5f" /><Relationship Type="http://schemas.openxmlformats.org/officeDocument/2006/relationships/notesMaster" Target="/ppt/notesMasters/notesMaster1.xml" Id="R7ee2e8660b3240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553009c46444705" /><Relationship Type="http://schemas.openxmlformats.org/officeDocument/2006/relationships/notesMaster" Target="/ppt/notesMasters/notesMaster1.xml" Id="Rfc401675539545d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ce7bbdd707e43b4" /><Relationship Type="http://schemas.openxmlformats.org/officeDocument/2006/relationships/notesMaster" Target="/ppt/notesMasters/notesMaster1.xml" Id="Re866c9075dbd40e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c8c5de66e034605" /><Relationship Type="http://schemas.openxmlformats.org/officeDocument/2006/relationships/notesMaster" Target="/ppt/notesMasters/notesMaster1.xml" Id="Ra7c647e285a34f6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24874fb8b1f4653" /><Relationship Type="http://schemas.openxmlformats.org/officeDocument/2006/relationships/notesMaster" Target="/ppt/notesMasters/notesMaster1.xml" Id="Rf2d24d3a3499407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917de5f1a204d4d" /><Relationship Type="http://schemas.openxmlformats.org/officeDocument/2006/relationships/notesMaster" Target="/ppt/notesMasters/notesMaster1.xml" Id="R945e440496ed4b0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07a513d89da4716" /><Relationship Type="http://schemas.openxmlformats.org/officeDocument/2006/relationships/notesMaster" Target="/ppt/notesMasters/notesMaster1.xml" Id="R1bcccc1cea994ce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609f927eca4479a" /><Relationship Type="http://schemas.openxmlformats.org/officeDocument/2006/relationships/notesMaster" Target="/ppt/notesMasters/notesMaster1.xml" Id="Ra273520e4999451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9c655e6c18c4589" /><Relationship Type="http://schemas.openxmlformats.org/officeDocument/2006/relationships/notesMaster" Target="/ppt/notesMasters/notesMaster1.xml" Id="R66e7d25c1be147e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09b0e2784964ca6" /><Relationship Type="http://schemas.openxmlformats.org/officeDocument/2006/relationships/notesMaster" Target="/ppt/notesMasters/notesMaster1.xml" Id="R91adcb85352a49e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c958d51e70546b0" /><Relationship Type="http://schemas.openxmlformats.org/officeDocument/2006/relationships/notesMaster" Target="/ppt/notesMasters/notesMaster1.xml" Id="R219dbb2a22f6471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9164ccdce304141" /><Relationship Type="http://schemas.openxmlformats.org/officeDocument/2006/relationships/notesMaster" Target="/ppt/notesMasters/notesMaster1.xml" Id="R262bc42b58b2457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480f58819614b4e" /><Relationship Type="http://schemas.openxmlformats.org/officeDocument/2006/relationships/notesMaster" Target="/ppt/notesMasters/notesMaster1.xml" Id="R4f152da5dc06482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8fda2c361084b4a" /><Relationship Type="http://schemas.openxmlformats.org/officeDocument/2006/relationships/notesMaster" Target="/ppt/notesMasters/notesMaster1.xml" Id="Rbcb538ef73f244f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498fa2186244cc4" /><Relationship Type="http://schemas.openxmlformats.org/officeDocument/2006/relationships/notesMaster" Target="/ppt/notesMasters/notesMaster1.xml" Id="R5479a9cbf86348d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35c6f2776a74907" /><Relationship Type="http://schemas.openxmlformats.org/officeDocument/2006/relationships/notesMaster" Target="/ppt/notesMasters/notesMaster1.xml" Id="Radfe91f61c3c4f6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77e475d07654487" /><Relationship Type="http://schemas.openxmlformats.org/officeDocument/2006/relationships/notesMaster" Target="/ppt/notesMasters/notesMaster1.xml" Id="R75c0cde9384d446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e9ac0d57b1745c6" /><Relationship Type="http://schemas.openxmlformats.org/officeDocument/2006/relationships/notesMaster" Target="/ppt/notesMasters/notesMaster1.xml" Id="Rea0bb20e1dda4a1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f3cf86fe19641ea" /><Relationship Type="http://schemas.openxmlformats.org/officeDocument/2006/relationships/notesMaster" Target="/ppt/notesMasters/notesMaster1.xml" Id="R505ccc4ebbd9419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3c34d619dd34c6d" /><Relationship Type="http://schemas.openxmlformats.org/officeDocument/2006/relationships/notesMaster" Target="/ppt/notesMasters/notesMaster1.xml" Id="R4b3d90fe68bc445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36ca1e7446c4993" /><Relationship Type="http://schemas.openxmlformats.org/officeDocument/2006/relationships/notesMaster" Target="/ppt/notesMasters/notesMaster1.xml" Id="Re8d766db596943c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da86ee97ddd416f" /><Relationship Type="http://schemas.openxmlformats.org/officeDocument/2006/relationships/notesMaster" Target="/ppt/notesMasters/notesMaster1.xml" Id="Rfafeeaa3977044f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7e2d3884a294a6a" /><Relationship Type="http://schemas.openxmlformats.org/officeDocument/2006/relationships/notesMaster" Target="/ppt/notesMasters/notesMaster1.xml" Id="Ra99d31a871e7427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2c2beed8af540b2" /><Relationship Type="http://schemas.openxmlformats.org/officeDocument/2006/relationships/notesMaster" Target="/ppt/notesMasters/notesMaster1.xml" Id="R1c2eba1bc3fc4a6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c49d4409c7c4ec8" /><Relationship Type="http://schemas.openxmlformats.org/officeDocument/2006/relationships/notesMaster" Target="/ppt/notesMasters/notesMaster1.xml" Id="R6c7cff03588f4bb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4377d31c34a41fe" /><Relationship Type="http://schemas.openxmlformats.org/officeDocument/2006/relationships/notesMaster" Target="/ppt/notesMasters/notesMaster1.xml" Id="R88dff705b548499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c351aa7938b4240" /><Relationship Type="http://schemas.openxmlformats.org/officeDocument/2006/relationships/notesMaster" Target="/ppt/notesMasters/notesMaster1.xml" Id="Rec978da240a942c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74d817f0af449fc" /><Relationship Type="http://schemas.openxmlformats.org/officeDocument/2006/relationships/notesMaster" Target="/ppt/notesMasters/notesMaster1.xml" Id="Red9f885cac7d4a5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bd599baceaa4c41" /><Relationship Type="http://schemas.openxmlformats.org/officeDocument/2006/relationships/notesMaster" Target="/ppt/notesMasters/notesMaster1.xml" Id="R220598890d6b4c4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9d2f38659bc439c" /><Relationship Type="http://schemas.openxmlformats.org/officeDocument/2006/relationships/notesMaster" Target="/ppt/notesMasters/notesMaster1.xml" Id="R114867e82a464a7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21295cb10e44123" /><Relationship Type="http://schemas.openxmlformats.org/officeDocument/2006/relationships/notesMaster" Target="/ppt/notesMasters/notesMaster1.xml" Id="Re06f421972c64e3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80dfb89ace8f4c7b" /><Relationship Type="http://schemas.openxmlformats.org/officeDocument/2006/relationships/notesMaster" Target="/ppt/notesMasters/notesMaster1.xml" Id="Re556a1dcf2ec4e4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b38451dc85a4919" /><Relationship Type="http://schemas.openxmlformats.org/officeDocument/2006/relationships/notesMaster" Target="/ppt/notesMasters/notesMaster1.xml" Id="R86f141f490ee44d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bb87177c7fa4267" /><Relationship Type="http://schemas.openxmlformats.org/officeDocument/2006/relationships/notesMaster" Target="/ppt/notesMasters/notesMaster1.xml" Id="Reb1c0249ed71458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25d0685e40994259" /><Relationship Type="http://schemas.openxmlformats.org/officeDocument/2006/relationships/notesMaster" Target="/ppt/notesMasters/notesMaster1.xml" Id="R23443990fb8343e3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63f3db87dedf4808" /><Relationship Type="http://schemas.openxmlformats.org/officeDocument/2006/relationships/notesMaster" Target="/ppt/notesMasters/notesMaster1.xml" Id="Rcfef164db56b43a9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9376d5f0d55b4137" /><Relationship Type="http://schemas.openxmlformats.org/officeDocument/2006/relationships/notesMaster" Target="/ppt/notesMasters/notesMaster1.xml" Id="R53c6755a83d845d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4ec6447b618a4803" /><Relationship Type="http://schemas.openxmlformats.org/officeDocument/2006/relationships/notesMaster" Target="/ppt/notesMasters/notesMaster1.xml" Id="R8cec819535914b3b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94690fdcecce4d47" /><Relationship Type="http://schemas.openxmlformats.org/officeDocument/2006/relationships/notesMaster" Target="/ppt/notesMasters/notesMaster1.xml" Id="R003083517ab345bb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03b6fa1e67634647" /><Relationship Type="http://schemas.openxmlformats.org/officeDocument/2006/relationships/notesMaster" Target="/ppt/notesMasters/notesMaster1.xml" Id="R767f766a092b4dae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6c294509ad724de6" /><Relationship Type="http://schemas.openxmlformats.org/officeDocument/2006/relationships/notesMaster" Target="/ppt/notesMasters/notesMaster1.xml" Id="R6c6829b641f1450a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031a65bf941f4d9d" /><Relationship Type="http://schemas.openxmlformats.org/officeDocument/2006/relationships/notesMaster" Target="/ppt/notesMasters/notesMaster1.xml" Id="R083fedf13a1541e9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264d16e911014d5a" /><Relationship Type="http://schemas.openxmlformats.org/officeDocument/2006/relationships/notesMaster" Target="/ppt/notesMasters/notesMaster1.xml" Id="Rfe2c21d5e490441d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ec1cf673367440f7" /><Relationship Type="http://schemas.openxmlformats.org/officeDocument/2006/relationships/notesMaster" Target="/ppt/notesMasters/notesMaster1.xml" Id="Rfeafb5b258ed4f5d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625f10115c1d4e4f" /><Relationship Type="http://schemas.openxmlformats.org/officeDocument/2006/relationships/notesMaster" Target="/ppt/notesMasters/notesMaster1.xml" Id="R45cea2e4b5a44b56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0d1a00cd496745f0" /><Relationship Type="http://schemas.openxmlformats.org/officeDocument/2006/relationships/notesMaster" Target="/ppt/notesMasters/notesMaster1.xml" Id="Ra650666841f84ec4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2f77c5058cd8450e" /><Relationship Type="http://schemas.openxmlformats.org/officeDocument/2006/relationships/notesMaster" Target="/ppt/notesMasters/notesMaster1.xml" Id="R20859413fcb146b4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80a1664fa3f64d91" /><Relationship Type="http://schemas.openxmlformats.org/officeDocument/2006/relationships/notesMaster" Target="/ppt/notesMasters/notesMaster1.xml" Id="R977ce8d864ff475a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5d1f595b58d84397" /><Relationship Type="http://schemas.openxmlformats.org/officeDocument/2006/relationships/notesMaster" Target="/ppt/notesMasters/notesMaster1.xml" Id="Rbed73ebbdacf4021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6599c34e57264370" /><Relationship Type="http://schemas.openxmlformats.org/officeDocument/2006/relationships/notesMaster" Target="/ppt/notesMasters/notesMaster1.xml" Id="Rfc59a8acd163414a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19f2e96ee3c44636" /><Relationship Type="http://schemas.openxmlformats.org/officeDocument/2006/relationships/notesMaster" Target="/ppt/notesMasters/notesMaster1.xml" Id="R53089b278783416d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15f7dbd30a4c4d7b" /><Relationship Type="http://schemas.openxmlformats.org/officeDocument/2006/relationships/notesMaster" Target="/ppt/notesMasters/notesMaster1.xml" Id="R1c9d748839be4cbe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a7cbb7a83f7a4cd5" /><Relationship Type="http://schemas.openxmlformats.org/officeDocument/2006/relationships/notesMaster" Target="/ppt/notesMasters/notesMaster1.xml" Id="R9aafc1e45d304a13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16a2f0b63aea4e52" /><Relationship Type="http://schemas.openxmlformats.org/officeDocument/2006/relationships/notesMaster" Target="/ppt/notesMasters/notesMaster1.xml" Id="R13d71c17c1af4191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ccb58e541fb543a8" /><Relationship Type="http://schemas.openxmlformats.org/officeDocument/2006/relationships/notesMaster" Target="/ppt/notesMasters/notesMaster1.xml" Id="Rd27afc6a57cf444c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8e5458c733264443" /><Relationship Type="http://schemas.openxmlformats.org/officeDocument/2006/relationships/notesMaster" Target="/ppt/notesMasters/notesMaster1.xml" Id="R14c04279adb546b4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210e3d7f9bf14edf" /><Relationship Type="http://schemas.openxmlformats.org/officeDocument/2006/relationships/notesMaster" Target="/ppt/notesMasters/notesMaster1.xml" Id="R9e24d28482274141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23c9e6fbef734405" /><Relationship Type="http://schemas.openxmlformats.org/officeDocument/2006/relationships/notesMaster" Target="/ppt/notesMasters/notesMaster1.xml" Id="R0e300a33f0e94e1c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690c1386aa4a47c9" /><Relationship Type="http://schemas.openxmlformats.org/officeDocument/2006/relationships/notesMaster" Target="/ppt/notesMasters/notesMaster1.xml" Id="Rc6fd975d61014788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3cd13120f82b4ad6" /><Relationship Type="http://schemas.openxmlformats.org/officeDocument/2006/relationships/notesMaster" Target="/ppt/notesMasters/notesMaster1.xml" Id="Rc76e8bd017794e0e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8cd6a89293744549" /><Relationship Type="http://schemas.openxmlformats.org/officeDocument/2006/relationships/notesMaster" Target="/ppt/notesMasters/notesMaster1.xml" Id="R00ddbb399edc4c79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7315eb76daa24c23" /><Relationship Type="http://schemas.openxmlformats.org/officeDocument/2006/relationships/notesMaster" Target="/ppt/notesMasters/notesMaster1.xml" Id="R53b82f2d08ac438a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9ada3344011d4ee9" /><Relationship Type="http://schemas.openxmlformats.org/officeDocument/2006/relationships/notesMaster" Target="/ppt/notesMasters/notesMaster1.xml" Id="R873a557d9ca74bec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b264432ccceb47fb" /><Relationship Type="http://schemas.openxmlformats.org/officeDocument/2006/relationships/notesMaster" Target="/ppt/notesMasters/notesMaster1.xml" Id="R79698a4d29d5479c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d061a3fdac324990" /><Relationship Type="http://schemas.openxmlformats.org/officeDocument/2006/relationships/notesMaster" Target="/ppt/notesMasters/notesMaster1.xml" Id="Rd0fa278a6311438b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4ec8cc46e48546f0" /><Relationship Type="http://schemas.openxmlformats.org/officeDocument/2006/relationships/notesMaster" Target="/ppt/notesMasters/notesMaster1.xml" Id="Rf5d9c180f60d417e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652dcef9aac649b3" /><Relationship Type="http://schemas.openxmlformats.org/officeDocument/2006/relationships/notesMaster" Target="/ppt/notesMasters/notesMaster1.xml" Id="Rdac15c9be267416e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da3c020f15304d7e" /><Relationship Type="http://schemas.openxmlformats.org/officeDocument/2006/relationships/notesMaster" Target="/ppt/notesMasters/notesMaster1.xml" Id="R581333cdd4214a25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511eeb8c702141bb" /><Relationship Type="http://schemas.openxmlformats.org/officeDocument/2006/relationships/notesMaster" Target="/ppt/notesMasters/notesMaster1.xml" Id="R6bf1e98bee024bd4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27c63feaa30347a9" /><Relationship Type="http://schemas.openxmlformats.org/officeDocument/2006/relationships/notesMaster" Target="/ppt/notesMasters/notesMaster1.xml" Id="R538ee4a4c8824c75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685d4871aa5946a7" /><Relationship Type="http://schemas.openxmlformats.org/officeDocument/2006/relationships/notesMaster" Target="/ppt/notesMasters/notesMaster1.xml" Id="R00c0e05fa06a422b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f9f39ed058a34dec" /><Relationship Type="http://schemas.openxmlformats.org/officeDocument/2006/relationships/notesMaster" Target="/ppt/notesMasters/notesMaster1.xml" Id="Rf740ede630834188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b9c093e0dbad4cd7" /><Relationship Type="http://schemas.openxmlformats.org/officeDocument/2006/relationships/notesMaster" Target="/ppt/notesMasters/notesMaster1.xml" Id="Rcffd86cf7d2b4060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9a56fbfee93c420b" /><Relationship Type="http://schemas.openxmlformats.org/officeDocument/2006/relationships/notesMaster" Target="/ppt/notesMasters/notesMaster1.xml" Id="Rac9a3f08a0764a4f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2349bbdfe3fc4316" /><Relationship Type="http://schemas.openxmlformats.org/officeDocument/2006/relationships/notesMaster" Target="/ppt/notesMasters/notesMaster1.xml" Id="R0049c07d5b5c4bc8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2a280596035b45a2" /><Relationship Type="http://schemas.openxmlformats.org/officeDocument/2006/relationships/notesMaster" Target="/ppt/notesMasters/notesMaster1.xml" Id="Rdb53ba5eaac44afc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ed1f91017fe04e92" /><Relationship Type="http://schemas.openxmlformats.org/officeDocument/2006/relationships/notesMaster" Target="/ppt/notesMasters/notesMaster1.xml" Id="R88560caea2a346fa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a1c20cd73921498e" /><Relationship Type="http://schemas.openxmlformats.org/officeDocument/2006/relationships/notesMaster" Target="/ppt/notesMasters/notesMaster1.xml" Id="Rd08a661f18e741c3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4736b3da3ec74654" /><Relationship Type="http://schemas.openxmlformats.org/officeDocument/2006/relationships/notesMaster" Target="/ppt/notesMasters/notesMaster1.xml" Id="Rca28d07786154d1a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0427c46f5d3540ba" /><Relationship Type="http://schemas.openxmlformats.org/officeDocument/2006/relationships/notesMaster" Target="/ppt/notesMasters/notesMaster1.xml" Id="Rb9d102289bf94687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1c225f8ff2fd493f" /><Relationship Type="http://schemas.openxmlformats.org/officeDocument/2006/relationships/notesMaster" Target="/ppt/notesMasters/notesMaster1.xml" Id="R644503c47b1c4631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026117326ec74aec" /><Relationship Type="http://schemas.openxmlformats.org/officeDocument/2006/relationships/notesMaster" Target="/ppt/notesMasters/notesMaster1.xml" Id="R063e68887e104cc8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012e3a2332084dc7" /><Relationship Type="http://schemas.openxmlformats.org/officeDocument/2006/relationships/notesMaster" Target="/ppt/notesMasters/notesMaster1.xml" Id="R344a3fe4dcc042e4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d8321fb1cea9477c" /><Relationship Type="http://schemas.openxmlformats.org/officeDocument/2006/relationships/notesMaster" Target="/ppt/notesMasters/notesMaster1.xml" Id="Rf7c6496bd3e740e8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815804aa53e445de" /><Relationship Type="http://schemas.openxmlformats.org/officeDocument/2006/relationships/notesMaster" Target="/ppt/notesMasters/notesMaster1.xml" Id="Rac64bd2e0b3b4f4a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d30838ba2e9243e6" /><Relationship Type="http://schemas.openxmlformats.org/officeDocument/2006/relationships/notesMaster" Target="/ppt/notesMasters/notesMaster1.xml" Id="R4f091866f7c54fec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1b50e26f1bda477b" /><Relationship Type="http://schemas.openxmlformats.org/officeDocument/2006/relationships/notesMaster" Target="/ppt/notesMasters/notesMaster1.xml" Id="R0e2cbc12f09b4b75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ca3be993c9be4e2d" /><Relationship Type="http://schemas.openxmlformats.org/officeDocument/2006/relationships/notesMaster" Target="/ppt/notesMasters/notesMaster1.xml" Id="R55fe05f1a5eb4155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7f7cd9c415f4479f" /><Relationship Type="http://schemas.openxmlformats.org/officeDocument/2006/relationships/notesMaster" Target="/ppt/notesMasters/notesMaster1.xml" Id="Rc48d6f32aaaa44d9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77bf268b69ef4803" /><Relationship Type="http://schemas.openxmlformats.org/officeDocument/2006/relationships/notesMaster" Target="/ppt/notesMasters/notesMaster1.xml" Id="R05125f3723094d81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5f63e6a9be9b4f45" /><Relationship Type="http://schemas.openxmlformats.org/officeDocument/2006/relationships/notesMaster" Target="/ppt/notesMasters/notesMaster1.xml" Id="R75bfd3c879534186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0a83e0a61e2c4ad7" /><Relationship Type="http://schemas.openxmlformats.org/officeDocument/2006/relationships/notesMaster" Target="/ppt/notesMasters/notesMaster1.xml" Id="Rdfb3928285954677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7ae0c800d9354202" /><Relationship Type="http://schemas.openxmlformats.org/officeDocument/2006/relationships/notesMaster" Target="/ppt/notesMasters/notesMaster1.xml" Id="R86e0e8ff1cdd4d06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c3d287bc0c0d4989" /><Relationship Type="http://schemas.openxmlformats.org/officeDocument/2006/relationships/notesMaster" Target="/ppt/notesMasters/notesMaster1.xml" Id="R181c58e2bfc44bd3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2c00402b37404d1f" /><Relationship Type="http://schemas.openxmlformats.org/officeDocument/2006/relationships/notesMaster" Target="/ppt/notesMasters/notesMaster1.xml" Id="Rb11a258ff496484a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fe9b026a9153490a" /><Relationship Type="http://schemas.openxmlformats.org/officeDocument/2006/relationships/notesMaster" Target="/ppt/notesMasters/notesMaster1.xml" Id="Raa0b039cf339429b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fda28fa538ee43ec" /><Relationship Type="http://schemas.openxmlformats.org/officeDocument/2006/relationships/notesMaster" Target="/ppt/notesMasters/notesMaster1.xml" Id="R82833cba6e734fbf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7ca29816d6d24eb3" /><Relationship Type="http://schemas.openxmlformats.org/officeDocument/2006/relationships/notesMaster" Target="/ppt/notesMasters/notesMaster1.xml" Id="R88e42cdc2e114ae2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8d62de957f3147c1" /><Relationship Type="http://schemas.openxmlformats.org/officeDocument/2006/relationships/notesMaster" Target="/ppt/notesMasters/notesMaster1.xml" Id="R6a4adc8a7def4260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911d3cb275674d48" /><Relationship Type="http://schemas.openxmlformats.org/officeDocument/2006/relationships/notesMaster" Target="/ppt/notesMasters/notesMaster1.xml" Id="R0ad52ded5dac4def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93b9820f0f87434a" /><Relationship Type="http://schemas.openxmlformats.org/officeDocument/2006/relationships/notesMaster" Target="/ppt/notesMasters/notesMaster1.xml" Id="Rd77edb05374447a9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a985eede68c4425d" /><Relationship Type="http://schemas.openxmlformats.org/officeDocument/2006/relationships/notesMaster" Target="/ppt/notesMasters/notesMaster1.xml" Id="R5617f1bdc7db4764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206735b4eaec4fba" /><Relationship Type="http://schemas.openxmlformats.org/officeDocument/2006/relationships/notesMaster" Target="/ppt/notesMasters/notesMaster1.xml" Id="R572375413c2c4c5a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3b73637a9390425a" /><Relationship Type="http://schemas.openxmlformats.org/officeDocument/2006/relationships/notesMaster" Target="/ppt/notesMasters/notesMaster1.xml" Id="R616c8565dfdd4305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aa0e8ae5752f4067" /><Relationship Type="http://schemas.openxmlformats.org/officeDocument/2006/relationships/notesMaster" Target="/ppt/notesMasters/notesMaster1.xml" Id="R5ae9f92521f54a3a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ce8ba76883be4455" /><Relationship Type="http://schemas.openxmlformats.org/officeDocument/2006/relationships/notesMaster" Target="/ppt/notesMasters/notesMaster1.xml" Id="Re228cf2ede88460c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b79b70fb0d7e4716" /><Relationship Type="http://schemas.openxmlformats.org/officeDocument/2006/relationships/notesMaster" Target="/ppt/notesMasters/notesMaster1.xml" Id="R66b23c84b6d64b6b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607f92bc9e0743eb" /><Relationship Type="http://schemas.openxmlformats.org/officeDocument/2006/relationships/notesMaster" Target="/ppt/notesMasters/notesMaster1.xml" Id="R865811e718d64f4d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70b6d15820cf4b4e" /><Relationship Type="http://schemas.openxmlformats.org/officeDocument/2006/relationships/notesMaster" Target="/ppt/notesMasters/notesMaster1.xml" Id="R856a7b31e86e4943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3ae40ba4c7d14652" /><Relationship Type="http://schemas.openxmlformats.org/officeDocument/2006/relationships/notesMaster" Target="/ppt/notesMasters/notesMaster1.xml" Id="R0ec87595715b4518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4324fd45fa084089" /><Relationship Type="http://schemas.openxmlformats.org/officeDocument/2006/relationships/notesMaster" Target="/ppt/notesMasters/notesMaster1.xml" Id="R0d5f2abbc40c430a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e11b5734ee9a4323" /><Relationship Type="http://schemas.openxmlformats.org/officeDocument/2006/relationships/notesMaster" Target="/ppt/notesMasters/notesMaster1.xml" Id="R4d8e04a384ce4c8f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dd940c31ded04e92" /><Relationship Type="http://schemas.openxmlformats.org/officeDocument/2006/relationships/notesMaster" Target="/ppt/notesMasters/notesMaster1.xml" Id="R7c5c7173c8024994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78616055b8784cb8" /><Relationship Type="http://schemas.openxmlformats.org/officeDocument/2006/relationships/notesMaster" Target="/ppt/notesMasters/notesMaster1.xml" Id="Rc092e871e82343f0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e72ac1e9fcab49f9" /><Relationship Type="http://schemas.openxmlformats.org/officeDocument/2006/relationships/notesMaster" Target="/ppt/notesMasters/notesMaster1.xml" Id="R4490e1a8f80d48f8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4ecb1710fd214606" /><Relationship Type="http://schemas.openxmlformats.org/officeDocument/2006/relationships/notesMaster" Target="/ppt/notesMasters/notesMaster1.xml" Id="Rad1545c47ae14e34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ee238c0857bf4439" /><Relationship Type="http://schemas.openxmlformats.org/officeDocument/2006/relationships/notesMaster" Target="/ppt/notesMasters/notesMaster1.xml" Id="R33ba6de0b3e146e6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8770112ded384287" /><Relationship Type="http://schemas.openxmlformats.org/officeDocument/2006/relationships/notesMaster" Target="/ppt/notesMasters/notesMaster1.xml" Id="R5bf8e920f10e4906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5826065c405644e7" /><Relationship Type="http://schemas.openxmlformats.org/officeDocument/2006/relationships/notesMaster" Target="/ppt/notesMasters/notesMaster1.xml" Id="R6daa3345d1e84db4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13fc847764b14edb" /><Relationship Type="http://schemas.openxmlformats.org/officeDocument/2006/relationships/notesMaster" Target="/ppt/notesMasters/notesMaster1.xml" Id="R060a0a8f9aae4838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5369d1c14cd44fee" /><Relationship Type="http://schemas.openxmlformats.org/officeDocument/2006/relationships/notesMaster" Target="/ppt/notesMasters/notesMaster1.xml" Id="Ra6b0eb94c2fe41c1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2a3cbde003454e61" /><Relationship Type="http://schemas.openxmlformats.org/officeDocument/2006/relationships/notesMaster" Target="/ppt/notesMasters/notesMaster1.xml" Id="Rdd90f379c83e4e3b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5e23ceea14b04dc4" /><Relationship Type="http://schemas.openxmlformats.org/officeDocument/2006/relationships/notesMaster" Target="/ppt/notesMasters/notesMaster1.xml" Id="R82c7d3c9d832461a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3c67d60a981b4718" /><Relationship Type="http://schemas.openxmlformats.org/officeDocument/2006/relationships/notesMaster" Target="/ppt/notesMasters/notesMaster1.xml" Id="R167960dfc1d84083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e336ea737b7642af" /><Relationship Type="http://schemas.openxmlformats.org/officeDocument/2006/relationships/notesMaster" Target="/ppt/notesMasters/notesMaster1.xml" Id="Rc7c413a21a024c7b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e3b55340870a46dc" /><Relationship Type="http://schemas.openxmlformats.org/officeDocument/2006/relationships/notesMaster" Target="/ppt/notesMasters/notesMaster1.xml" Id="R24c8998fc2a64ed0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5ead6852386d4b0b" /><Relationship Type="http://schemas.openxmlformats.org/officeDocument/2006/relationships/notesMaster" Target="/ppt/notesMasters/notesMaster1.xml" Id="Rb2966b78e2d045da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9af6b2aa2a5c4f7a" /><Relationship Type="http://schemas.openxmlformats.org/officeDocument/2006/relationships/notesMaster" Target="/ppt/notesMasters/notesMaster1.xml" Id="R5047ff2486a74f2d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4c4aa2ea3738467b" /><Relationship Type="http://schemas.openxmlformats.org/officeDocument/2006/relationships/notesMaster" Target="/ppt/notesMasters/notesMaster1.xml" Id="R49ca0da73d7b47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C:/Projects/VS/DF_FW_Code/CodexManage/CurrentWork.md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C:/Projects/VS/DF_FW_Code/CodexManage/artifacts/rod-restore-20260831/result.json</a:t>
            </a:r>
          </a:p>
          <a:p xmlns:a="http://schemas.openxmlformats.org/drawingml/2006/main">
            <a:r>
              <a:t>C:/Projects/VS/DF_FW_Code/CodexManage/artifacts/rod-restore-20260831/build.log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</a:t>
            </a:r>
          </a:p>
          <a:p xmlns:a="http://schemas.openxmlformats.org/drawingml/2006/main">
            <a:r>
              <a:t>C:/Projects/VS/DF_FW_Code/CodexManage/libraries/DFProtocol/src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C:/Projects/VS/DF_FW_Code/CodexManage/DF_FIRMWARE_INTEGRATED_REFACTORING_PLAN.md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C:/Projects/VS/DF_FW_Code/CodexManage/DF_Firmware.sln</a:t>
            </a:r>
          </a:p>
          <a:p xmlns:a="http://schemas.openxmlformats.org/drawingml/2006/main">
            <a:r>
              <a:t>C:/Projects/VS/DF_FW_Code/CodexManage/vs/DF_Main.vcxproj</a:t>
            </a:r>
          </a:p>
          <a:p xmlns:a="http://schemas.openxmlformats.org/drawingml/2006/main">
            <a:r>
              <a:t>C:/Projects/VS/DF_FW_Code/CodexManage/vs/DF_Rod.vcxproj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C:/Projects/VS/DF_FW_Code/CodexManage/docs/build/VS2022_BUILD.md</a:t>
            </a:r>
          </a:p>
          <a:p xmlns:a="http://schemas.openxmlformats.org/drawingml/2006/main">
            <a:r>
              <a:t>https://learn.microsoft.com/en-us/visualstudio/ide/visual-cpp-intellisense-configuration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C:/Projects/VS/DF_FW_Code/CodexManage/firmware/DF_Main/src/modules/DF_Main_Scheduler.cpp</a:t>
            </a:r>
          </a:p>
          <a:p xmlns:a="http://schemas.openxmlformats.org/drawingml/2006/main">
            <a:r>
              <a:t>C:/Projects/VS/DF_FW_Code/CodexManage/firmware/DF_Rod/src/modules/DF_Rod_Communication.cpp</a:t>
            </a:r>
          </a:p>
          <a:p xmlns:a="http://schemas.openxmlformats.org/drawingml/2006/main">
            <a:r>
              <a:t>C:/Projects/VS/DF_FW_Code/CodexManage/libraries/DFProtocol/src/DFProtocol.cpp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C:/Projects/VS/DF_FW_Code/CodexManage/firmware/DF_Main/src/DF_Main_Application.cpp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C:/Projects/VS/DF_FW_Code/CodexManage/firmware/DF_Main/src/DF_Main_Application.cpp</a:t>
            </a:r>
          </a:p>
          <a:p xmlns:a="http://schemas.openxmlformats.org/drawingml/2006/main">
            <a:r>
              <a:t>C:/Projects/VS/DF_FW_Code/CodexManage/firmware/DF_Main/src/modules/DF_Main_Scheduler.cpp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C:/Projects/VS/DF_FW_Code/CodexManage/firmware/DF_Main/src/modules/DF_Main_Scheduler.cpp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C:/Projects/VS/DF_FW_Code/CodexManage/firmware/DF_Rod/src/DF_Rod_Application.cpp</a:t>
            </a:r>
          </a:p>
          <a:p xmlns:a="http://schemas.openxmlformats.org/drawingml/2006/main">
            <a:r>
              <a:t>C:/Projects/VS/DF_FW_Code/CodexManage/firmware/DF_Rod/src/Encoder.cpp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C:/Projects/VS/DF_FW_Code/CodexManage/firmware/DF_Rod/src/DF_Rod_Application.cpp</a:t>
            </a:r>
          </a:p>
          <a:p xmlns:a="http://schemas.openxmlformats.org/drawingml/2006/main">
            <a:r>
              <a:t>C:/Projects/VS/DF_FW_Code/CodexManage/firmware/DF_Rod/src/modules/DF_Rod_SchedulerAndInput.cpp</a:t>
            </a:r>
          </a:p>
          <a:p xmlns:a="http://schemas.openxmlformats.org/drawingml/2006/main">
            <a:r>
              <a:t>C:/Projects/VS/DF_FW_Code/CodexManage/firmware/DF_Rod/src/modules/DF_Rod_Registration.cpp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C:/Projects/VS/DF_FW_Code/CodexManage/firmware/DF_Main/src/modules/DF_Main_Communication.cpp</a:t>
            </a:r>
          </a:p>
          <a:p xmlns:a="http://schemas.openxmlformats.org/drawingml/2006/main">
            <a:r>
              <a:t>C:/Projects/VS/DF_FW_Code/CodexManage/firmware/DF_Rod/src/modules/DF_Rod_Communication.cpp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C:/Projects/VS/DF_FW_Code/CodexManage/firmware/DF_Rod/src/Encoder.cpp</a:t>
            </a:r>
          </a:p>
          <a:p xmlns:a="http://schemas.openxmlformats.org/drawingml/2006/main">
            <a:r>
              <a:t>C:/Projects/VS/DF_FW_Code/CodexManage/firmware/DF_Rod/src/SwitchButton.cpp</a:t>
            </a:r>
          </a:p>
          <a:p xmlns:a="http://schemas.openxmlformats.org/drawingml/2006/main">
            <a:r>
              <a:t>C:/Projects/VS/DF_FW_Code/CodexManage/firmware/DF_Rod/src/EB_IMU.cpp</a:t>
            </a:r>
          </a:p>
          <a:p xmlns:a="http://schemas.openxmlformats.org/drawingml/2006/main">
            <a:r>
              <a:t>C:/Projects/VS/DF_FW_Code/CodexManage/firmware/DF_Rod/src/modules/DF_Rod_Communication.cpp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C:/Projects/VS/DF_FW_Code/CodexManage/firmware/DF_Main/src/modules/DF_Main_CommandRouter.cpp</a:t>
            </a:r>
          </a:p>
          <a:p xmlns:a="http://schemas.openxmlformats.org/drawingml/2006/main">
            <a:r>
              <a:t>C:/Projects/VS/DF_FW_Code/CodexManage/firmware/DF_Main/src/modules/DF_Main_GameControl.cpp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C:/Projects/VS/DF_FW_Code/CodexManage/firmware/DF_Main/src/DF_Main_State.cpp</a:t>
            </a:r>
          </a:p>
          <a:p xmlns:a="http://schemas.openxmlformats.org/drawingml/2006/main">
            <a:r>
              <a:t>C:/Projects/VS/DF_FW_Code/CodexManage/firmware/DF_Rod/src/DF_Rod_State.cpp</a:t>
            </a:r>
          </a:p>
          <a:p xmlns:a="http://schemas.openxmlformats.org/drawingml/2006/main">
            <a:r>
              <a:t>C:/Projects/VS/DF_FW_Code/CodexManage/firmware/DF_Main/src/DF_Main_Internal.h</a:t>
            </a:r>
          </a:p>
          <a:p xmlns:a="http://schemas.openxmlformats.org/drawingml/2006/main">
            <a:r>
              <a:t>C:/Projects/VS/DF_FW_Code/CodexManage/firmware/DF_Rod/src/DF_Rod_Internal.h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C:/Projects/VS/DF_FW_Code/CodexManage/libraries/DFProtocol/src/DFProtocol.cpp</a:t>
            </a:r>
          </a:p>
          <a:p xmlns:a="http://schemas.openxmlformats.org/drawingml/2006/main">
            <a:r>
              <a:t>C:/Projects/VS/DF_FW_Code/CodexManage/firmware/DF_Main/src/modules/DF_Main_RodOtaRelay.cpp</a:t>
            </a:r>
          </a:p>
          <a:p xmlns:a="http://schemas.openxmlformats.org/drawingml/2006/main">
            <a:r>
              <a:t>C:/Projects/VS/DF_FW_Code/CodexManage/firmware/DF_Rod/src/modules/DF_Rod_Ota.cpp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C:/Projects/VS/DF_FW_Code/CodexManage/artifacts/rod-restore-20260831/result.json</a:t>
            </a:r>
          </a:p>
          <a:p xmlns:a="http://schemas.openxmlformats.org/drawingml/2006/main">
            <a:r>
              <a:t>C:/Projects/VS/DF_FW_Code/CodexManage/PROJECT_COMMANDS.md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C:/Projects/VS/DF_FW_Code/CodexManage/artifacts/rod-restore-20260831/usb-upload.log</a:t>
            </a:r>
          </a:p>
          <a:p xmlns:a="http://schemas.openxmlformats.org/drawingml/2006/main">
            <a:r>
              <a:t>C:/Projects/VS/DF_FW_Code/CodexManage/artifacts/rod-restore-20260831/result.json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C:/Projects/VS/DF_FW_Code/CodexManage/PROJECT_COMMANDS.md</a:t>
            </a:r>
          </a:p>
          <a:p xmlns:a="http://schemas.openxmlformats.org/drawingml/2006/main">
            <a:r>
              <a:t>C:/Projects/VS/DF_FW_Code/CodexManage/tools/firmware-versions.cmd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C:/Projects/VS/DF_FW_Code/CodexManage/CurrentWork.md</a:t>
            </a:r>
          </a:p>
          <a:p xmlns:a="http://schemas.openxmlformats.org/drawingml/2006/main">
            <a:r>
              <a:t>C:/Projects/VS/DF_FW_Code/CodexManage/tasks/10_Rod_무선_FW_업데이트.md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</a:t>
            </a:r>
          </a:p>
          <a:p xmlns:a="http://schemas.openxmlformats.org/drawingml/2006/main">
            <a:r>
              <a:t>C:/Projects/VS/DF_FW_Code/CodexManage/libraries/DFProtocol/src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C:/Projects/VS/DF_FW_Code/CodexManage/firmware/DF_Main/DF_Main.ino</a:t>
            </a:r>
          </a:p>
          <a:p xmlns:a="http://schemas.openxmlformats.org/drawingml/2006/main">
            <a:r>
              <a:t>C:/Projects/VS/DF_FW_Code/CodexManage/firmware/DF_Main/src/BobbinMotor.cpp</a:t>
            </a:r>
          </a:p>
          <a:p xmlns:a="http://schemas.openxmlformats.org/drawingml/2006/main">
            <a:r>
              <a:t>C:/Projects/VS/DF_FW_Code/CodexManage/firmware/DF_Main/src/DF_Main_Application.cpp</a:t>
            </a:r>
          </a:p>
          <a:p xmlns:a="http://schemas.openxmlformats.org/drawingml/2006/main">
            <a:r>
              <a:t>C:/Projects/VS/DF_FW_Code/CodexManage/firmware/DF_Main/src/DF_Main_State.cpp</a:t>
            </a:r>
          </a:p>
          <a:p xmlns:a="http://schemas.openxmlformats.org/drawingml/2006/main">
            <a:r>
              <a:t>C:/Projects/VS/DF_FW_Code/CodexManage/firmware/DF_Main/src/Diag.cpp</a:t>
            </a:r>
          </a:p>
          <a:p xmlns:a="http://schemas.openxmlformats.org/drawingml/2006/main">
            <a:r>
              <a:t>C:/Projects/VS/DF_FW_Code/CodexManage/firmware/DF_Main/src/Eeprom.cpp</a:t>
            </a:r>
          </a:p>
          <a:p xmlns:a="http://schemas.openxmlformats.org/drawingml/2006/main">
            <a:r>
              <a:t>C:/Projects/VS/DF_FW_Code/CodexManage/firmware/DF_Main/src/Encoder.cpp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C:/Projects/VS/DF_FW_Code/CodexManage/firmware/DF_Main/src/ENow.cpp</a:t>
            </a:r>
          </a:p>
          <a:p xmlns:a="http://schemas.openxmlformats.org/drawingml/2006/main">
            <a:r>
              <a:t>C:/Projects/VS/DF_FW_Code/CodexManage/firmware/DF_Main/src/FileSys.cpp</a:t>
            </a:r>
          </a:p>
          <a:p xmlns:a="http://schemas.openxmlformats.org/drawingml/2006/main">
            <a:r>
              <a:t>C:/Projects/VS/DF_FW_Code/CodexManage/firmware/DF_Main/src/Led.cpp</a:t>
            </a:r>
          </a:p>
          <a:p xmlns:a="http://schemas.openxmlformats.org/drawingml/2006/main">
            <a:r>
              <a:t>C:/Projects/VS/DF_FW_Code/CodexManage/firmware/DF_Main/src/LmMotor.cpp</a:t>
            </a:r>
          </a:p>
          <a:p xmlns:a="http://schemas.openxmlformats.org/drawingml/2006/main">
            <a:r>
              <a:t>C:/Projects/VS/DF_FW_Code/CodexManage/firmware/DF_Main/src/modules/DF_Main_CommandRouter.cpp</a:t>
            </a:r>
          </a:p>
          <a:p xmlns:a="http://schemas.openxmlformats.org/drawingml/2006/main">
            <a:r>
              <a:t>C:/Projects/VS/DF_FW_Code/CodexManage/firmware/DF_Main/src/modules/DF_Main_Communication.cpp</a:t>
            </a:r>
          </a:p>
          <a:p xmlns:a="http://schemas.openxmlformats.org/drawingml/2006/main">
            <a:r>
              <a:t>C:/Projects/VS/DF_FW_Code/CodexManage/firmware/DF_Main/src/modules/DF_Main_DeviceCheck.cpp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C:/Projects/VS/DF_FW_Code/CodexManage/firmware/DF_Main/src/modules/DF_Main_Diagnostics.cpp</a:t>
            </a:r>
          </a:p>
          <a:p xmlns:a="http://schemas.openxmlformats.org/drawingml/2006/main">
            <a:r>
              <a:t>C:/Projects/VS/DF_FW_Code/CodexManage/firmware/DF_Main/src/modules/DF_Main_GameControl.cpp</a:t>
            </a:r>
          </a:p>
          <a:p xmlns:a="http://schemas.openxmlformats.org/drawingml/2006/main">
            <a:r>
              <a:t>C:/Projects/VS/DF_FW_Code/CodexManage/firmware/DF_Main/src/modules/DF_Main_LedControl.cpp</a:t>
            </a:r>
          </a:p>
          <a:p xmlns:a="http://schemas.openxmlformats.org/drawingml/2006/main">
            <a:r>
              <a:t>C:/Projects/VS/DF_FW_Code/CodexManage/firmware/DF_Main/src/modules/DF_Main_LmWireControl.cpp</a:t>
            </a:r>
          </a:p>
          <a:p xmlns:a="http://schemas.openxmlformats.org/drawingml/2006/main">
            <a:r>
              <a:t>C:/Projects/VS/DF_FW_Code/CodexManage/firmware/DF_Main/src/modules/DF_Main_RodOtaRelay.cpp</a:t>
            </a:r>
          </a:p>
          <a:p xmlns:a="http://schemas.openxmlformats.org/drawingml/2006/main">
            <a:r>
              <a:t>C:/Projects/VS/DF_FW_Code/CodexManage/firmware/DF_Main/src/modules/DF_Main_Scheduler.cpp</a:t>
            </a:r>
          </a:p>
          <a:p xmlns:a="http://schemas.openxmlformats.org/drawingml/2006/main">
            <a:r>
              <a:t>C:/Projects/VS/DF_FW_Code/CodexManage/firmware/DF_Main/src/Potentiometer.cpp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C:/Projects/VS/DF_FW_Code/CodexManage/firmware/DF_Main/src/ServoMotor.cpp</a:t>
            </a:r>
          </a:p>
          <a:p xmlns:a="http://schemas.openxmlformats.org/drawingml/2006/main">
            <a:r>
              <a:t>C:/Projects/VS/DF_FW_Code/CodexManage/firmware/DF_Rod/DF_Rod.ino</a:t>
            </a:r>
          </a:p>
          <a:p xmlns:a="http://schemas.openxmlformats.org/drawingml/2006/main">
            <a:r>
              <a:t>C:/Projects/VS/DF_FW_Code/CodexManage/firmware/DF_Rod/src/Battery.cpp</a:t>
            </a:r>
          </a:p>
          <a:p xmlns:a="http://schemas.openxmlformats.org/drawingml/2006/main">
            <a:r>
              <a:t>C:/Projects/VS/DF_FW_Code/CodexManage/firmware/DF_Rod/src/DF_Rod_Application.cpp</a:t>
            </a:r>
          </a:p>
          <a:p xmlns:a="http://schemas.openxmlformats.org/drawingml/2006/main">
            <a:r>
              <a:t>C:/Projects/VS/DF_FW_Code/CodexManage/firmware/DF_Rod/src/DF_Rod_State.cpp</a:t>
            </a:r>
          </a:p>
          <a:p xmlns:a="http://schemas.openxmlformats.org/drawingml/2006/main">
            <a:r>
              <a:t>C:/Projects/VS/DF_FW_Code/CodexManage/firmware/DF_Rod/src/EB_IMU.cpp</a:t>
            </a:r>
          </a:p>
          <a:p xmlns:a="http://schemas.openxmlformats.org/drawingml/2006/main">
            <a:r>
              <a:t>C:/Projects/VS/DF_FW_Code/CodexManage/firmware/DF_Rod/src/Encoder.cpp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C:/Projects/VS/DF_FW_Code/CodexManage/firmware/DF_Rod/src/ENow.cpp</a:t>
            </a:r>
          </a:p>
          <a:p xmlns:a="http://schemas.openxmlformats.org/drawingml/2006/main">
            <a:r>
              <a:t>C:/Projects/VS/DF_FW_Code/CodexManage/firmware/DF_Rod/src/modules/DF_Rod_BatteryMonitor.cpp</a:t>
            </a:r>
          </a:p>
          <a:p xmlns:a="http://schemas.openxmlformats.org/drawingml/2006/main">
            <a:r>
              <a:t>C:/Projects/VS/DF_FW_Code/CodexManage/firmware/DF_Rod/src/modules/DF_Rod_Communication.cpp</a:t>
            </a:r>
          </a:p>
          <a:p xmlns:a="http://schemas.openxmlformats.org/drawingml/2006/main">
            <a:r>
              <a:t>C:/Projects/VS/DF_FW_Code/CodexManage/firmware/DF_Rod/src/modules/DF_Rod_Ota.cpp</a:t>
            </a:r>
          </a:p>
          <a:p xmlns:a="http://schemas.openxmlformats.org/drawingml/2006/main">
            <a:r>
              <a:t>C:/Projects/VS/DF_FW_Code/CodexManage/firmware/DF_Rod/src/modules/DF_Rod_PowerAndImu.cpp</a:t>
            </a:r>
          </a:p>
          <a:p xmlns:a="http://schemas.openxmlformats.org/drawingml/2006/main">
            <a:r>
              <a:t>C:/Projects/VS/DF_FW_Code/CodexManage/firmware/DF_Rod/src/modules/DF_Rod_Registration.cpp</a:t>
            </a:r>
          </a:p>
          <a:p xmlns:a="http://schemas.openxmlformats.org/drawingml/2006/main">
            <a:r>
              <a:t>C:/Projects/VS/DF_FW_Code/CodexManage/firmware/DF_Rod/src/modules/DF_Rod_SchedulerAndInput.cpp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C:/Projects/VS/DF_FW_Code/CodexManage/firmware/DF_Rod/src/modules/DF_Rod_SetupProtocol.cpp</a:t>
            </a:r>
          </a:p>
          <a:p xmlns:a="http://schemas.openxmlformats.org/drawingml/2006/main">
            <a:r>
              <a:t>C:/Projects/VS/DF_FW_Code/CodexManage/firmware/DF_Rod/src/Potentiometer.cpp</a:t>
            </a:r>
          </a:p>
          <a:p xmlns:a="http://schemas.openxmlformats.org/drawingml/2006/main">
            <a:r>
              <a:t>C:/Projects/VS/DF_FW_Code/CodexManage/firmware/DF_Rod/src/SwitchButton.cpp</a:t>
            </a:r>
          </a:p>
          <a:p xmlns:a="http://schemas.openxmlformats.org/drawingml/2006/main">
            <a:r>
              <a:t>C:/Projects/VS/DF_FW_Code/CodexManage/libraries/DFProtocol/src/DFProtocol.cpp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firmware/DF_Main/DF_Main.ino:3</a:t>
            </a:r>
          </a:p>
          <a:p xmlns:a="http://schemas.openxmlformats.org/drawingml/2006/main">
            <a:r>
              <a:t>void setup()</a:t>
            </a:r>
          </a:p>
          <a:p xmlns:a="http://schemas.openxmlformats.org/drawingml/2006/main">
            <a:r>
              <a:t>역할: Arduino 초기화를 대상 Application_Setup에 위임.</a:t>
            </a:r>
          </a:p>
          <a:p xmlns:a="http://schemas.openxmlformats.org/drawingml/2006/main">
            <a:r>
              <a:t>본문 직접 호출명(정적 추출): DF_Main_Application_Setup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firmware/DF_Main/DF_Main.ino:8</a:t>
            </a:r>
          </a:p>
          <a:p xmlns:a="http://schemas.openxmlformats.org/drawingml/2006/main">
            <a:r>
              <a:t>void loop()</a:t>
            </a:r>
          </a:p>
          <a:p xmlns:a="http://schemas.openxmlformats.org/drawingml/2006/main">
            <a:r>
              <a:t>역할: Arduino 반복 실행을 대상 Application_Loop에 위임.</a:t>
            </a:r>
          </a:p>
          <a:p xmlns:a="http://schemas.openxmlformats.org/drawingml/2006/main">
            <a:r>
              <a:t>본문 직접 호출명(정적 추출): DF_Main_Application_Loop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C:/Projects/VS/DF_FW_Code/CodexManage/firmware/DF_Main/DF_Main.ino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firmware/DF_Main/src/BobbinMotor.cpp:8</a:t>
            </a:r>
          </a:p>
          <a:p xmlns:a="http://schemas.openxmlformats.org/drawingml/2006/main">
            <a:r>
              <a:t>BobbinMotor::BobbinMotor()</a:t>
            </a:r>
          </a:p>
          <a:p xmlns:a="http://schemas.openxmlformats.org/drawingml/2006/main">
            <a:r>
              <a:t>역할: 생성자; 별도 초기화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firmware/DF_Main/src/BobbinMotor.cpp:16</a:t>
            </a:r>
          </a:p>
          <a:p xmlns:a="http://schemas.openxmlformats.org/drawingml/2006/main">
            <a:r>
              <a:t>void BobbinMotor::init()</a:t>
            </a:r>
          </a:p>
          <a:p xmlns:a="http://schemas.openxmlformats.org/drawingml/2006/main">
            <a:r>
              <a:t>역할: BLDC 방향 핀과 PWM 채널을 초기화.</a:t>
            </a:r>
          </a:p>
          <a:p xmlns:a="http://schemas.openxmlformats.org/drawingml/2006/main">
            <a:r>
              <a:t>본문 직접 호출명(정적 추출): digitalWrite, ledcSetup, ledcAttachPin, ledcWrite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firmware/DF_Main/src/BobbinMotor.cpp:45</a:t>
            </a:r>
          </a:p>
          <a:p xmlns:a="http://schemas.openxmlformats.org/drawingml/2006/main">
            <a:r>
              <a:t>void BobbinMotor::onBldcString(String _msg)</a:t>
            </a:r>
          </a:p>
          <a:p xmlns:a="http://schemas.openxmlformats.org/drawingml/2006/main">
            <a:r>
              <a:t>역할: 문자열의 방향·출력을 해석해 BLDC 제어.</a:t>
            </a:r>
          </a:p>
          <a:p xmlns:a="http://schemas.openxmlformats.org/drawingml/2006/main">
            <a:r>
              <a:t>본문 직접 호출명(정적 추출): _msg.substring, toInt, offBldc, onBldc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firmware/DF_Main/src/BobbinMotor.cpp:81</a:t>
            </a:r>
          </a:p>
          <a:p xmlns:a="http://schemas.openxmlformats.org/drawingml/2006/main">
            <a:r>
              <a:t>void BobbinMotor::onBldc(int _dir, int _duty255)</a:t>
            </a:r>
          </a:p>
          <a:p xmlns:a="http://schemas.openxmlformats.org/drawingml/2006/main">
            <a:r>
              <a:t>역할: 방향·출력 제한을 적용해 보빈 BLDC 구동.</a:t>
            </a:r>
          </a:p>
          <a:p xmlns:a="http://schemas.openxmlformats.org/drawingml/2006/main">
            <a:r>
              <a:t>본문 직접 호출명(정적 추출): digitalWrite, ledcWrite,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firmware/DF_Main/src/BobbinMotor.cpp:139</a:t>
            </a:r>
          </a:p>
          <a:p xmlns:a="http://schemas.openxmlformats.org/drawingml/2006/main">
            <a:r>
              <a:t>void BobbinMotor::offBldc()</a:t>
            </a:r>
          </a:p>
          <a:p xmlns:a="http://schemas.openxmlformats.org/drawingml/2006/main">
            <a:r>
              <a:t>역할: 보빈 BLDC PWM과 방향 출력을 정지.</a:t>
            </a:r>
          </a:p>
          <a:p xmlns:a="http://schemas.openxmlformats.org/drawingml/2006/main">
            <a:r>
              <a:t>본문 직접 호출명(정적 추출): digitalWrite, ledcWrite,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C:/Projects/VS/DF_FW_Code/CodexManage/firmware/DF_Main/src/BobbinMotor.cpp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firmware/DF_Main/src/DF_Main_Application.cpp:5</a:t>
            </a:r>
          </a:p>
          <a:p xmlns:a="http://schemas.openxmlformats.org/drawingml/2006/main">
            <a:r>
              <a:t>void DF_Main_Application_Setup()</a:t>
            </a:r>
          </a:p>
          <a:p xmlns:a="http://schemas.openxmlformats.org/drawingml/2006/main">
            <a:r>
              <a:t>역할: 저장 설정·통신·출력을 초기화하고 GPIO/100µs 타이머 ISR 등록.</a:t>
            </a:r>
          </a:p>
          <a:p xmlns:a="http://schemas.openxmlformats.org/drawingml/2006/main">
            <a:r>
              <a:t>본문 직접 호출명(정적 추출): millis, Serial1.begin, Serial1.setTimeout, LogPrintln, fsInfo.init, fsInfo.getInfo, strBootInfo.substring, toInt, String, pinMode, digitalRead, esp_reset_reason, SerialPortEnable, SerialPortPinInput, subAC_Off, ioLedOffSetting, setConfig, ioPinSetting, eNvm.init, delay, Update.hasError, Update.end, strMmotVal.toInt, fsInfo.saveInfo, strBldcVal.toInt, eNow.init, esp_now_register_send_cb, torqMotor.init, bbnMotor.init, mainEnc.init, mainEnc.setRotateCallback, extLed.init, motor_AllOff, extLed_AllOff, ledoff_BoardLedAllOff, reelOut_AllOff, digitalWrite, read_input_1ms, read_input_10ms, initSet_LedContVal, ApPrintln, attachInterrupt, digitalPinToInterrupt, timerBegin, timerAttachInterrupt, timerAlarmWrite, timerAlarmEnable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firmware/DF_Main/src/DF_Main_Application.cpp:322</a:t>
            </a:r>
          </a:p>
          <a:p xmlns:a="http://schemas.openxmlformats.org/drawingml/2006/main">
            <a:r>
              <a:t>void DF_Main_Application_Loop()</a:t>
            </a:r>
          </a:p>
          <a:p xmlns:a="http://schemas.openxmlformats.org/drawingml/2006/main">
            <a:r>
              <a:t>역할: 입력→USB/무선 수신→주기 제어 순서로 실행.</a:t>
            </a:r>
          </a:p>
          <a:p xmlns:a="http://schemas.openxmlformats.org/drawingml/2006/main">
            <a:r>
              <a:t>본문 직접 호출명(정적 추출): system_counter, portENTER_CRITICAL, portEXIT_CRITICAL, read_input_1ms, read_input_10ms, read_input_100ms, uartRecvParsing, uartRecvHandler, nowRecvHandler, logUartRecvParsing, logRecvHandler, t1ms_Process_Exec, t10ms_Process_Exec, t100ms_Process_Exec, t500ms_Process_Exec, t1sec_Process_Exec,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C:/Projects/VS/DF_FW_Code/CodexManage/firmware/DF_Main/src/DF_Main_Application.cpp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firmware/DF_Main/src/DF_Main_State.cpp:2146</a:t>
            </a:r>
          </a:p>
          <a:p xmlns:a="http://schemas.openxmlformats.org/drawingml/2006/main">
            <a:r>
              <a:t>void esp_soft_reset()</a:t>
            </a:r>
          </a:p>
          <a:p xmlns:a="http://schemas.openxmlformats.org/drawingml/2006/main">
            <a:r>
              <a:t>역할: ESP.restart()로 소프트웨어 재부팅.</a:t>
            </a:r>
          </a:p>
          <a:p xmlns:a="http://schemas.openxmlformats.org/drawingml/2006/main">
            <a:r>
              <a:t>본문 직접 호출명(정적 추출): ESP.restart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firmware/DF_Main/src/DF_Main_State.cpp:2151</a:t>
            </a:r>
          </a:p>
          <a:p xmlns:a="http://schemas.openxmlformats.org/drawingml/2006/main">
            <a:r>
              <a:t>void esp_hard_reset()</a:t>
            </a:r>
          </a:p>
          <a:p xmlns:a="http://schemas.openxmlformats.org/drawingml/2006/main">
            <a:r>
              <a:t>역할: 별도 하드웨어 리셋 없이 소프트웨어 리셋 함수 호출.</a:t>
            </a:r>
          </a:p>
          <a:p xmlns:a="http://schemas.openxmlformats.org/drawingml/2006/main">
            <a:r>
              <a:t>본문 직접 호출명(정적 추출): esp_soft_reset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firmware/DF_Main/src/DF_Main_State.cpp:2157</a:t>
            </a:r>
          </a:p>
          <a:p xmlns:a="http://schemas.openxmlformats.org/drawingml/2006/main">
            <a:r>
              <a:t>void SerialPortEnable()</a:t>
            </a:r>
          </a:p>
          <a:p xmlns:a="http://schemas.openxmlformats.org/drawingml/2006/main">
            <a:r>
              <a:t>역할: USB Serial을 시작하고 수신 버퍼·읽기 timeout 설정.</a:t>
            </a:r>
          </a:p>
          <a:p xmlns:a="http://schemas.openxmlformats.org/drawingml/2006/main">
            <a:r>
              <a:t>본문 직접 호출명(정적 추출): Serial.begin, Serial.setTimeout, ESP.getFreeHeap, Serial.setRxBufferSize,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firmware/DF_Main/src/DF_Main_State.cpp:2169</a:t>
            </a:r>
          </a:p>
          <a:p xmlns:a="http://schemas.openxmlformats.org/drawingml/2006/main">
            <a:r>
              <a:t>void SerialPortDisable()</a:t>
            </a:r>
          </a:p>
          <a:p xmlns:a="http://schemas.openxmlformats.org/drawingml/2006/main">
            <a:r>
              <a:t>역할: USB Serial을 종료하고 관련 핀을 입력으로 전환.</a:t>
            </a:r>
          </a:p>
          <a:p xmlns:a="http://schemas.openxmlformats.org/drawingml/2006/main">
            <a:r>
              <a:t>본문 직접 호출명(정적 추출): ESP.getFreeHeap, Serial.end, pinMode,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firmware/DF_Main/src/DF_Main_State.cpp:2181</a:t>
            </a:r>
          </a:p>
          <a:p xmlns:a="http://schemas.openxmlformats.org/drawingml/2006/main">
            <a:r>
              <a:t>void SerialPortPinInput()</a:t>
            </a:r>
          </a:p>
          <a:p xmlns:a="http://schemas.openxmlformats.org/drawingml/2006/main">
            <a:r>
              <a:t>역할: USB 관련 핀을 입력 상태로 설정.</a:t>
            </a:r>
          </a:p>
          <a:p xmlns:a="http://schemas.openxmlformats.org/drawingml/2006/main">
            <a:r>
              <a:t>본문 직접 호출명(정적 추출): pinMode, LogPrintln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firmware/DF_Main/src/DF_Main_State.cpp:2204</a:t>
            </a:r>
          </a:p>
          <a:p xmlns:a="http://schemas.openxmlformats.org/drawingml/2006/main">
            <a:r>
              <a:t>void hex2asc(unsigned long hx, char* buf, int len)</a:t>
            </a:r>
          </a:p>
          <a:p xmlns:a="http://schemas.openxmlformats.org/drawingml/2006/main">
            <a:r>
              <a:t>역할: 정수의 16진수 자릿값을 문자 버퍼에 기록.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C:/Projects/VS/DF_FW_Code/CodexManage/firmware/DF_Main/src/DF_Main_State.cpp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firmware/DF_Main/src/DF_Main_State.cpp:2211</a:t>
            </a:r>
          </a:p>
          <a:p xmlns:a="http://schemas.openxmlformats.org/drawingml/2006/main">
            <a:r>
              <a:t>void HexDump(unsigned long toff, unsigned char* buff, int len)</a:t>
            </a:r>
          </a:p>
          <a:p xmlns:a="http://schemas.openxmlformats.org/drawingml/2006/main">
            <a:r>
              <a:t>역할: 바이트 버퍼를 16진수 문자열로 나누어 로그 출력.</a:t>
            </a:r>
          </a:p>
          <a:p xmlns:a="http://schemas.openxmlformats.org/drawingml/2006/main">
            <a:r>
              <a:t>본문 직접 호출명(정적 추출): memset, hex2asc, LogPrintln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firmware/DF_Main/src/DF_Main_State.cpp:2239</a:t>
            </a:r>
          </a:p>
          <a:p xmlns:a="http://schemas.openxmlformats.org/drawingml/2006/main">
            <a:r>
              <a:t>void debugPort_Off()</a:t>
            </a:r>
          </a:p>
          <a:p xmlns:a="http://schemas.openxmlformats.org/drawingml/2006/main">
            <a:r>
              <a:t>역할: 디버그 출력 핀을 OFF 수준으로 설정.</a:t>
            </a:r>
          </a:p>
          <a:p xmlns:a="http://schemas.openxmlformats.org/drawingml/2006/main">
            <a:r>
              <a:t>본문 직접 호출명(정적 추출): digitalWrite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firmware/DF_Main/src/DF_Main_State.cpp:2245</a:t>
            </a:r>
          </a:p>
          <a:p xmlns:a="http://schemas.openxmlformats.org/drawingml/2006/main">
            <a:r>
              <a:t>void debugPort_On()</a:t>
            </a:r>
          </a:p>
          <a:p xmlns:a="http://schemas.openxmlformats.org/drawingml/2006/main">
            <a:r>
              <a:t>역할: 디버그 출력 핀을 ON 수준으로 설정.</a:t>
            </a:r>
          </a:p>
          <a:p xmlns:a="http://schemas.openxmlformats.org/drawingml/2006/main">
            <a:r>
              <a:t>본문 직접 호출명(정적 추출): digitalWrite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firmware/DF_Main/src/DF_Main_State.cpp:2255</a:t>
            </a:r>
          </a:p>
          <a:p xmlns:a="http://schemas.openxmlformats.org/drawingml/2006/main">
            <a:r>
              <a:t>void subAC_Off()</a:t>
            </a:r>
          </a:p>
          <a:p xmlns:a="http://schemas.openxmlformats.org/drawingml/2006/main">
            <a:r>
              <a:t>역할: 보조 AC 제어 핀을 OFF 수준으로 출력.</a:t>
            </a:r>
          </a:p>
          <a:p xmlns:a="http://schemas.openxmlformats.org/drawingml/2006/main">
            <a:r>
              <a:t>본문 직접 호출명(정적 추출): digitalWrite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firmware/DF_Main/src/DF_Main_State.cpp:2263</a:t>
            </a:r>
          </a:p>
          <a:p xmlns:a="http://schemas.openxmlformats.org/drawingml/2006/main">
            <a:r>
              <a:t>void subAC_On()</a:t>
            </a:r>
          </a:p>
          <a:p xmlns:a="http://schemas.openxmlformats.org/drawingml/2006/main">
            <a:r>
              <a:t>역할: 보조 AC 제어 핀을 ON 수준으로 출력.</a:t>
            </a:r>
          </a:p>
          <a:p xmlns:a="http://schemas.openxmlformats.org/drawingml/2006/main">
            <a:r>
              <a:t>본문 직접 호출명(정적 추출): digitalWrite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firmware/DF_Main/src/DF_Main_State.cpp:2273</a:t>
            </a:r>
          </a:p>
          <a:p xmlns:a="http://schemas.openxmlformats.org/drawingml/2006/main">
            <a:r>
              <a:t>void DC24V_B_off()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C:/Projects/VS/DF_FW_Code/CodexManage/firmware/DF_Main/src/DF_Main_State.cpp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firmware/DF_Main/src/DF_Main_State.cpp:2279</a:t>
            </a:r>
          </a:p>
          <a:p xmlns:a="http://schemas.openxmlformats.org/drawingml/2006/main">
            <a:r>
              <a:t>void ledoff_BoardLedAllOff()</a:t>
            </a:r>
          </a:p>
          <a:p xmlns:a="http://schemas.openxmlformats.org/drawingml/2006/main">
            <a:r>
              <a:t>역할: Main 보드 상태 LED를 모두 소등.</a:t>
            </a:r>
          </a:p>
          <a:p xmlns:a="http://schemas.openxmlformats.org/drawingml/2006/main">
            <a:r>
              <a:t>본문 직접 호출명(정적 추출): digitalWrite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firmware/DF_Main/src/DF_Main_State.cpp:2287</a:t>
            </a:r>
          </a:p>
          <a:p xmlns:a="http://schemas.openxmlformats.org/drawingml/2006/main">
            <a:r>
              <a:t>void ledOff_MbCent()</a:t>
            </a:r>
          </a:p>
          <a:p xmlns:a="http://schemas.openxmlformats.org/drawingml/2006/main">
            <a:r>
              <a:t>역할: 중앙 외부 LED를 소등.</a:t>
            </a:r>
          </a:p>
          <a:p xmlns:a="http://schemas.openxmlformats.org/drawingml/2006/main">
            <a:r>
              <a:t>본문 직접 호출명(정적 추출): extLed.off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firmware/DF_Main/src/DF_Main_State.cpp:2292</a:t>
            </a:r>
          </a:p>
          <a:p xmlns:a="http://schemas.openxmlformats.org/drawingml/2006/main">
            <a:r>
              <a:t>void ledOff_MbBtm()</a:t>
            </a:r>
          </a:p>
          <a:p xmlns:a="http://schemas.openxmlformats.org/drawingml/2006/main">
            <a:r>
              <a:t>역할: 하부 외부 LED를 소등.</a:t>
            </a:r>
          </a:p>
          <a:p xmlns:a="http://schemas.openxmlformats.org/drawingml/2006/main">
            <a:r>
              <a:t>본문 직접 호출명(정적 추출): extLed.off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firmware/DF_Main/src/DF_Main_State.cpp:2297</a:t>
            </a:r>
          </a:p>
          <a:p xmlns:a="http://schemas.openxmlformats.org/drawingml/2006/main">
            <a:r>
              <a:t>void ledOff_OptLeft()</a:t>
            </a:r>
          </a:p>
          <a:p xmlns:a="http://schemas.openxmlformats.org/drawingml/2006/main">
            <a:r>
              <a:t>역할: 왼쪽 옵션 LED를 소등.</a:t>
            </a:r>
          </a:p>
          <a:p xmlns:a="http://schemas.openxmlformats.org/drawingml/2006/main">
            <a:r>
              <a:t>본문 직접 호출명(정적 추출): extLed.off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firmware/DF_Main/src/DF_Main_State.cpp:2302</a:t>
            </a:r>
          </a:p>
          <a:p xmlns:a="http://schemas.openxmlformats.org/drawingml/2006/main">
            <a:r>
              <a:t>void ledOff_OptRight()</a:t>
            </a:r>
          </a:p>
          <a:p xmlns:a="http://schemas.openxmlformats.org/drawingml/2006/main">
            <a:r>
              <a:t>역할: 오른쪽 옵션 LED를 소등.</a:t>
            </a:r>
          </a:p>
          <a:p xmlns:a="http://schemas.openxmlformats.org/drawingml/2006/main">
            <a:r>
              <a:t>본문 직접 호출명(정적 추출): extLed.off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firmware/DF_Main/src/DF_Main_State.cpp:2308</a:t>
            </a:r>
          </a:p>
          <a:p xmlns:a="http://schemas.openxmlformats.org/drawingml/2006/main">
            <a:r>
              <a:t>void extLed_AllOff()</a:t>
            </a:r>
          </a:p>
          <a:p xmlns:a="http://schemas.openxmlformats.org/drawingml/2006/main">
            <a:r>
              <a:t>역할: 중앙·하부·좌우 옵션 LED 소등 함수를 호출.</a:t>
            </a:r>
          </a:p>
          <a:p xmlns:a="http://schemas.openxmlformats.org/drawingml/2006/main">
            <a:r>
              <a:t>본문 직접 호출명(정적 추출): ledOff_MbCent, ledOff_MbBtm, ledOff_OptLeft, ledOff_OptRight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C:/Projects/VS/DF_FW_Code/CodexManage/firmware/DF_Main/src/DF_Main_State.cpp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firmware/DF_Main/src/DF_Main_State.cpp:2317</a:t>
            </a:r>
          </a:p>
          <a:p xmlns:a="http://schemas.openxmlformats.org/drawingml/2006/main">
            <a:r>
              <a:t>void extLed_controlOff()</a:t>
            </a:r>
          </a:p>
          <a:p xmlns:a="http://schemas.openxmlformats.org/drawingml/2006/main">
            <a:r>
              <a:t>역할: 외부 LED 반복 제어 허용 플래그를 해제.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firmware/DF_Main/src/DF_Main_State.cpp:2327</a:t>
            </a:r>
          </a:p>
          <a:p xmlns:a="http://schemas.openxmlformats.org/drawingml/2006/main">
            <a:r>
              <a:t>void ledOn_MbBtm()</a:t>
            </a:r>
          </a:p>
          <a:p xmlns:a="http://schemas.openxmlformats.org/drawingml/2006/main">
            <a:r>
              <a:t>역할: 하부 외부 LED를 지정 밝기로 점등.</a:t>
            </a:r>
          </a:p>
          <a:p xmlns:a="http://schemas.openxmlformats.org/drawingml/2006/main">
            <a:r>
              <a:t>본문 직접 호출명(정적 추출): extLed.on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firmware/DF_Main/src/DF_Main_State.cpp:2334</a:t>
            </a:r>
          </a:p>
          <a:p xmlns:a="http://schemas.openxmlformats.org/drawingml/2006/main">
            <a:r>
              <a:t>void torqOff()</a:t>
            </a:r>
          </a:p>
          <a:p xmlns:a="http://schemas.openxmlformats.org/drawingml/2006/main">
            <a:r>
              <a:t>역할: 토크모터 출력을 0으로 설정.</a:t>
            </a:r>
          </a:p>
          <a:p xmlns:a="http://schemas.openxmlformats.org/drawingml/2006/main">
            <a:r>
              <a:t>본문 직접 호출명(정적 추출): torqMotor.setValue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firmware/DF_Main/src/DF_Main_State.cpp:2339</a:t>
            </a:r>
          </a:p>
          <a:p xmlns:a="http://schemas.openxmlformats.org/drawingml/2006/main">
            <a:r>
              <a:t>void torqDefault()</a:t>
            </a:r>
          </a:p>
          <a:p xmlns:a="http://schemas.openxmlformats.org/drawingml/2006/main">
            <a:r>
              <a:t>역할: 토크모터 출력을 현재 기본값으로 복귀.</a:t>
            </a:r>
          </a:p>
          <a:p xmlns:a="http://schemas.openxmlformats.org/drawingml/2006/main">
            <a:r>
              <a:t>본문 직접 호출명(정적 추출): torqMotor.setValue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firmware/DF_Main/src/DF_Main_State.cpp:2346</a:t>
            </a:r>
          </a:p>
          <a:p xmlns:a="http://schemas.openxmlformats.org/drawingml/2006/main">
            <a:r>
              <a:t>int GetDefValue4torqMotor()</a:t>
            </a:r>
          </a:p>
          <a:p xmlns:a="http://schemas.openxmlformats.org/drawingml/2006/main">
            <a:r>
              <a:t>역할: 현재 사용할 토크모터 기본 출력값 반환.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firmware/DF_Main/src/DF_Main_State.cpp:2351</a:t>
            </a:r>
          </a:p>
          <a:p xmlns:a="http://schemas.openxmlformats.org/drawingml/2006/main">
            <a:r>
              <a:t>void servoDefault()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C:/Projects/VS/DF_FW_Code/CodexManage/firmware/DF_Main/src/DF_Main_State.cpp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firmware/DF_Main/src/DF_Main_State.cpp:2355</a:t>
            </a:r>
          </a:p>
          <a:p xmlns:a="http://schemas.openxmlformats.org/drawingml/2006/main">
            <a:r>
              <a:t>void bbnBldcOff()</a:t>
            </a:r>
          </a:p>
          <a:p xmlns:a="http://schemas.openxmlformats.org/drawingml/2006/main">
            <a:r>
              <a:t>역할: 보빈 BLDC 드라이버의 정지 함수 호출.</a:t>
            </a:r>
          </a:p>
          <a:p xmlns:a="http://schemas.openxmlformats.org/drawingml/2006/main">
            <a:r>
              <a:t>본문 직접 호출명(정적 추출): bbnMotor.offBldc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firmware/DF_Main/src/DF_Main_State.cpp:2361</a:t>
            </a:r>
          </a:p>
          <a:p xmlns:a="http://schemas.openxmlformats.org/drawingml/2006/main">
            <a:r>
              <a:t>void lmMotOff()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firmware/DF_Main/src/DF_Main_State.cpp:2366</a:t>
            </a:r>
          </a:p>
          <a:p xmlns:a="http://schemas.openxmlformats.org/drawingml/2006/main">
            <a:r>
              <a:t>void breakMotorOff()</a:t>
            </a:r>
          </a:p>
          <a:p xmlns:a="http://schemas.openxmlformats.org/drawingml/2006/main">
            <a:r>
              <a:t>역할: Rod로 브레이크 출력 정지 명령 전송.</a:t>
            </a:r>
          </a:p>
          <a:p xmlns:a="http://schemas.openxmlformats.org/drawingml/2006/main">
            <a:r>
              <a:t>본문 직접 호출명(정적 추출): eNow.write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firmware/DF_Main/src/DF_Main_State.cpp:2375</a:t>
            </a:r>
          </a:p>
          <a:p xmlns:a="http://schemas.openxmlformats.org/drawingml/2006/main">
            <a:r>
              <a:t>void motor_AllOff()</a:t>
            </a:r>
          </a:p>
          <a:p xmlns:a="http://schemas.openxmlformats.org/drawingml/2006/main">
            <a:r>
              <a:t>역할: Main 모터 정지/기본 위치 처리 함수를 묶어 호출.</a:t>
            </a:r>
          </a:p>
          <a:p xmlns:a="http://schemas.openxmlformats.org/drawingml/2006/main">
            <a:r>
              <a:t>본문 직접 호출명(정적 추출): torqOff, servoDefault, bbnBldcOff, lmMotOff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firmware/DF_Main/src/DF_Main_State.cpp:2385</a:t>
            </a:r>
          </a:p>
          <a:p xmlns:a="http://schemas.openxmlformats.org/drawingml/2006/main">
            <a:r>
              <a:t>void motor_AllDefault()</a:t>
            </a:r>
          </a:p>
          <a:p xmlns:a="http://schemas.openxmlformats.org/drawingml/2006/main">
            <a:r>
              <a:t>역할: 토크 기본 출력과 나머지 모터 정지 처리.</a:t>
            </a:r>
          </a:p>
          <a:p xmlns:a="http://schemas.openxmlformats.org/drawingml/2006/main">
            <a:r>
              <a:t>본문 직접 호출명(정적 추출): torqDefault, servoDefault, bbnBldcOff, lmMotOff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firmware/DF_Main/src/DF_Main_State.cpp:2394</a:t>
            </a:r>
          </a:p>
          <a:p xmlns:a="http://schemas.openxmlformats.org/drawingml/2006/main">
            <a:r>
              <a:t>void led_AllOff()</a:t>
            </a:r>
          </a:p>
          <a:p xmlns:a="http://schemas.openxmlformats.org/drawingml/2006/main">
            <a:r>
              <a:t>역할: 외부 LED와 보드 LED를 모두 소등.</a:t>
            </a:r>
          </a:p>
          <a:p xmlns:a="http://schemas.openxmlformats.org/drawingml/2006/main">
            <a:r>
              <a:t>본문 직접 호출명(정적 추출): extLed_AllOff, ledoff_BoardLedAllOff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C:/Projects/VS/DF_FW_Code/CodexManage/firmware/DF_Main/src/DF_Main_State.cpp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firmware/DF_Main/src/DF_Main_State.cpp:2402</a:t>
            </a:r>
          </a:p>
          <a:p xmlns:a="http://schemas.openxmlformats.org/drawingml/2006/main">
            <a:r>
              <a:t>void output_AllOff()</a:t>
            </a:r>
          </a:p>
          <a:p xmlns:a="http://schemas.openxmlformats.org/drawingml/2006/main">
            <a:r>
              <a:t>역할: Main 모터와 외부/보드 LED를 일괄 정지.</a:t>
            </a:r>
          </a:p>
          <a:p xmlns:a="http://schemas.openxmlformats.org/drawingml/2006/main">
            <a:r>
              <a:t>본문 직접 호출명(정적 추출): torqOff, servoDefault, bbnBldcOff, lmMotOff, extLed_AllOff, ledoff_BoardLedAllOff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firmware/DF_Main/src/DF_Main_State.cpp:2418</a:t>
            </a:r>
          </a:p>
          <a:p xmlns:a="http://schemas.openxmlformats.org/drawingml/2006/main">
            <a:r>
              <a:t>void reelOut_AllOff()</a:t>
            </a:r>
          </a:p>
          <a:p xmlns:a="http://schemas.openxmlformats.org/drawingml/2006/main">
            <a:r>
              <a:t>역할: Rod에 릴 출력 전체 정지 명령 전송.</a:t>
            </a:r>
          </a:p>
          <a:p xmlns:a="http://schemas.openxmlformats.org/drawingml/2006/main">
            <a:r>
              <a:t>본문 직접 호출명(정적 추출): eNow.write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firmware/DF_Main/src/DF_Main_State.cpp:2428</a:t>
            </a:r>
          </a:p>
          <a:p xmlns:a="http://schemas.openxmlformats.org/drawingml/2006/main">
            <a:r>
              <a:t>void reelOut_AllOff_ForceStep()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firmware/DF_Main/src/DF_Main_State.cpp:2435</a:t>
            </a:r>
          </a:p>
          <a:p xmlns:a="http://schemas.openxmlformats.org/drawingml/2006/main">
            <a:r>
              <a:t>String fillZero2String5Char(int _int)</a:t>
            </a:r>
          </a:p>
          <a:p xmlns:a="http://schemas.openxmlformats.org/drawingml/2006/main">
            <a:r>
              <a:t>역할: 부호·자릿수 규칙에 맞춰 0 채움 고정 길이 문자열 생성.</a:t>
            </a:r>
          </a:p>
          <a:p xmlns:a="http://schemas.openxmlformats.org/drawingml/2006/main">
            <a:r>
              <a:t>본문 직접 호출명(정적 추출):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firmware/DF_Main/src/DF_Main_State.cpp:2466</a:t>
            </a:r>
          </a:p>
          <a:p xmlns:a="http://schemas.openxmlformats.org/drawingml/2006/main">
            <a:r>
              <a:t>String stringSign6Char(long _int)</a:t>
            </a:r>
          </a:p>
          <a:p xmlns:a="http://schemas.openxmlformats.org/drawingml/2006/main">
            <a:r>
              <a:t>역할: 부호·자릿수 규칙에 맞춰 0 채움 고정 길이 문자열 생성.</a:t>
            </a:r>
          </a:p>
          <a:p xmlns:a="http://schemas.openxmlformats.org/drawingml/2006/main">
            <a:r>
              <a:t>본문 직접 호출명(정적 추출):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firmware/DF_Main/src/DF_Main_State.cpp:2489</a:t>
            </a:r>
          </a:p>
          <a:p xmlns:a="http://schemas.openxmlformats.org/drawingml/2006/main">
            <a:r>
              <a:t>String fillZero2String3Char(unsigned int uint)</a:t>
            </a:r>
          </a:p>
          <a:p xmlns:a="http://schemas.openxmlformats.org/drawingml/2006/main">
            <a:r>
              <a:t>역할: 부호·자릿수 규칙에 맞춰 0 채움 고정 길이 문자열 생성.</a:t>
            </a:r>
          </a:p>
          <a:p xmlns:a="http://schemas.openxmlformats.org/drawingml/2006/main">
            <a:r>
              <a:t>본문 직접 호출명(정적 추출):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C:/Projects/VS/DF_FW_Code/CodexManage/firmware/DF_Main/src/DF_Main_State.cpp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firmware/DF_Main/src/DF_Main_State.cpp:2534</a:t>
            </a:r>
          </a:p>
          <a:p xmlns:a="http://schemas.openxmlformats.org/drawingml/2006/main">
            <a:r>
              <a:t>String fillZero2StringSign4Char(int _int)</a:t>
            </a:r>
          </a:p>
          <a:p xmlns:a="http://schemas.openxmlformats.org/drawingml/2006/main">
            <a:r>
              <a:t>역할: 부호·자릿수 규칙에 맞춰 0 채움 고정 길이 문자열 생성.</a:t>
            </a:r>
          </a:p>
          <a:p xmlns:a="http://schemas.openxmlformats.org/drawingml/2006/main">
            <a:r>
              <a:t>본문 직접 호출명(정적 추출):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firmware/DF_Main/src/DF_Main_State.cpp:2572</a:t>
            </a:r>
          </a:p>
          <a:p xmlns:a="http://schemas.openxmlformats.org/drawingml/2006/main">
            <a:r>
              <a:t>String fillZero4Char(unsigned int _val)</a:t>
            </a:r>
          </a:p>
          <a:p xmlns:a="http://schemas.openxmlformats.org/drawingml/2006/main">
            <a:r>
              <a:t>역할: 부호·자릿수 규칙에 맞춰 0 채움 고정 길이 문자열 생성.</a:t>
            </a:r>
          </a:p>
          <a:p xmlns:a="http://schemas.openxmlformats.org/drawingml/2006/main">
            <a:r>
              <a:t>본문 직접 호출명(정적 추출):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firmware/DF_Main/src/DF_Main_State.cpp:2589</a:t>
            </a:r>
          </a:p>
          <a:p xmlns:a="http://schemas.openxmlformats.org/drawingml/2006/main">
            <a:r>
              <a:t>String fillZero2StringSign6Char(int _int)</a:t>
            </a:r>
          </a:p>
          <a:p xmlns:a="http://schemas.openxmlformats.org/drawingml/2006/main">
            <a:r>
              <a:t>역할: 부호·자릿수 규칙에 맞춰 0 채움 고정 길이 문자열 생성.</a:t>
            </a:r>
          </a:p>
          <a:p xmlns:a="http://schemas.openxmlformats.org/drawingml/2006/main">
            <a:r>
              <a:t>본문 직접 호출명(정적 추출):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firmware/DF_Main/src/DF_Main_State.cpp:2642</a:t>
            </a:r>
          </a:p>
          <a:p xmlns:a="http://schemas.openxmlformats.org/drawingml/2006/main">
            <a:r>
              <a:t>String StringFormat(char *fmt, int val)</a:t>
            </a:r>
          </a:p>
          <a:p xmlns:a="http://schemas.openxmlformats.org/drawingml/2006/main">
            <a:r>
              <a:t>역할: snprintf 형식으로 정수를 문자열 버퍼에 변환.</a:t>
            </a:r>
          </a:p>
          <a:p xmlns:a="http://schemas.openxmlformats.org/drawingml/2006/main">
            <a:r>
              <a:t>본문 직접 호출명(정적 추출): snprintf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C:/Projects/VS/DF_FW_Code/CodexManage/firmware/DF_Main/src/DF_Main_State.cpp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firmware/DF_Main/src/Diag.cpp:9</a:t>
            </a:r>
          </a:p>
          <a:p xmlns:a="http://schemas.openxmlformats.org/drawingml/2006/main">
            <a:r>
              <a:t>void mDiag_entry()</a:t>
            </a:r>
          </a:p>
          <a:p xmlns:a="http://schemas.openxmlformats.org/drawingml/2006/main">
            <a:r>
              <a:t>역할: 진단 모드에 들어가 모터·LED 반복 제어를 정지.</a:t>
            </a:r>
          </a:p>
          <a:p xmlns:a="http://schemas.openxmlformats.org/drawingml/2006/main">
            <a:r>
              <a:t>본문 직접 호출명(정적 추출): LogPrintln, motor_AllOff, extLed_controlOff, reelOut_AllOff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firmware/DF_Main/src/Diag.cpp:32</a:t>
            </a:r>
          </a:p>
          <a:p xmlns:a="http://schemas.openxmlformats.org/drawingml/2006/main">
            <a:r>
              <a:t>void mDiag_exit()</a:t>
            </a:r>
          </a:p>
          <a:p xmlns:a="http://schemas.openxmlformats.org/drawingml/2006/main">
            <a:r>
              <a:t>역할: 진단 플래그를 해제하고 LED 기본 제어 복귀.</a:t>
            </a:r>
          </a:p>
          <a:p xmlns:a="http://schemas.openxmlformats.org/drawingml/2006/main">
            <a:r>
              <a:t>본문 직접 호출명(정적 추출): diagInput_AllOff, diagOutput_AllOff, initSet_LedContVal, ledOn_MbBtm, LogPrintln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C:/Projects/VS/DF_FW_Code/CodexManage/firmware/DF_Main/src/Diag.cpp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firmware/DF_Main/src/Eeprom.cpp:17</a:t>
            </a:r>
          </a:p>
          <a:p xmlns:a="http://schemas.openxmlformats.org/drawingml/2006/main">
            <a:r>
              <a:t>Eeprom::Eeprom()</a:t>
            </a:r>
          </a:p>
          <a:p xmlns:a="http://schemas.openxmlformats.org/drawingml/2006/main">
            <a:r>
              <a:t>역할: 생성자; 별도 초기화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firmware/DF_Main/src/Eeprom.cpp:22</a:t>
            </a:r>
          </a:p>
          <a:p xmlns:a="http://schemas.openxmlformats.org/drawingml/2006/main">
            <a:r>
              <a:t>void Eeprom::init()</a:t>
            </a:r>
          </a:p>
          <a:p xmlns:a="http://schemas.openxmlformats.org/drawingml/2006/main">
            <a:r>
              <a:t>역할: 외부 EEPROM용 I²C 통신 초기화.</a:t>
            </a:r>
          </a:p>
          <a:p xmlns:a="http://schemas.openxmlformats.org/drawingml/2006/main">
            <a:r>
              <a:t>본문 직접 호출명(정적 추출): Wire.begin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firmware/DF_Main/src/Eeprom.cpp:33</a:t>
            </a:r>
          </a:p>
          <a:p xmlns:a="http://schemas.openxmlformats.org/drawingml/2006/main">
            <a:r>
              <a:t>int Eeprom::cReadSend(unsigned int len)</a:t>
            </a:r>
          </a:p>
          <a:p xmlns:a="http://schemas.openxmlformats.org/drawingml/2006/main">
            <a:r>
              <a:t>역할: 현재 위치 기준 I²C 읽기 요청.</a:t>
            </a:r>
          </a:p>
          <a:p xmlns:a="http://schemas.openxmlformats.org/drawingml/2006/main">
            <a:r>
              <a:t>본문 직접 호출명(정적 추출): Wire.requestFrom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firmware/DF_Main/src/Eeprom.cpp:42</a:t>
            </a:r>
          </a:p>
          <a:p xmlns:a="http://schemas.openxmlformats.org/drawingml/2006/main">
            <a:r>
              <a:t>int Eeprom::readSend(unsigned int reqOffset, unsigned int reqLen)</a:t>
            </a:r>
          </a:p>
          <a:p xmlns:a="http://schemas.openxmlformats.org/drawingml/2006/main">
            <a:r>
              <a:t>역할: EEPROM 주소를 지정하고 읽기 요청.</a:t>
            </a:r>
          </a:p>
          <a:p xmlns:a="http://schemas.openxmlformats.org/drawingml/2006/main">
            <a:r>
              <a:t>본문 직접 호출명(정적 추출): Wire.beginTransmission, Wire.write, Wire.endTransmission, Wire.requestFrom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firmware/DF_Main/src/Eeprom.cpp:66</a:t>
            </a:r>
          </a:p>
          <a:p xmlns:a="http://schemas.openxmlformats.org/drawingml/2006/main">
            <a:r>
              <a:t>int Eeprom::read(byte* buffPtr, unsigned int reqOffset, unsigned int reqLen)</a:t>
            </a:r>
          </a:p>
          <a:p xmlns:a="http://schemas.openxmlformats.org/drawingml/2006/main">
            <a:r>
              <a:t>역할: 수신된 EEPROM 데이터를 호출자 버퍼로 복사.</a:t>
            </a:r>
          </a:p>
          <a:p xmlns:a="http://schemas.openxmlformats.org/drawingml/2006/main">
            <a:r>
              <a:t>본문 직접 호출명(정적 추출): Wire.available, Wire.read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firmware/DF_Main/src/Eeprom.cpp:82</a:t>
            </a:r>
          </a:p>
          <a:p xmlns:a="http://schemas.openxmlformats.org/drawingml/2006/main">
            <a:r>
              <a:t>int Eeprom::buffSave(unsigned int reqOffset, unsigned int reqLen)</a:t>
            </a:r>
          </a:p>
          <a:p xmlns:a="http://schemas.openxmlformats.org/drawingml/2006/main">
            <a:r>
              <a:t>역할: 수신 EEPROM 데이터를 내부 버퍼에 저장.</a:t>
            </a:r>
          </a:p>
          <a:p xmlns:a="http://schemas.openxmlformats.org/drawingml/2006/main">
            <a:r>
              <a:t>본문 직접 호출명(정적 추출): Wire.read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C:/Projects/VS/DF_FW_Code/CodexManage/firmware/DF_Main/src/Eeprom.cpp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firmware/DF_Main/src/Eeprom.cpp:125</a:t>
            </a:r>
          </a:p>
          <a:p xmlns:a="http://schemas.openxmlformats.org/drawingml/2006/main">
            <a:r>
              <a:t>void Eeprom::grazingGeddong(byte* buffPtr, unsigned int reqAddr, unsigned int reqLen)</a:t>
            </a:r>
          </a:p>
          <a:p xmlns:a="http://schemas.openxmlformats.org/drawingml/2006/main">
            <a:r>
              <a:t>역할: EEPROM 바이트를 16진수 로그로 표시.</a:t>
            </a:r>
          </a:p>
          <a:p xmlns:a="http://schemas.openxmlformats.org/drawingml/2006/main">
            <a:r>
              <a:t>본문 직접 호출명(정적 추출): nib2char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firmware/DF_Main/src/Eeprom.cpp:140</a:t>
            </a:r>
          </a:p>
          <a:p xmlns:a="http://schemas.openxmlformats.org/drawingml/2006/main">
            <a:r>
              <a:t>String Eeprom::nib2char(byte _nib)</a:t>
            </a:r>
          </a:p>
          <a:p xmlns:a="http://schemas.openxmlformats.org/drawingml/2006/main">
            <a:r>
              <a:t>역할: 4-bit 값을 16진수 문자로 변환.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firmware/DF_Main/src/Eeprom.cpp:163</a:t>
            </a:r>
          </a:p>
          <a:p xmlns:a="http://schemas.openxmlformats.org/drawingml/2006/main">
            <a:r>
              <a:t>int Eeprom::writeSend(unsigned int reqOffset, unsigned int reqLen)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firmware/DF_Main/src/Eeprom.cpp:168</a:t>
            </a:r>
          </a:p>
          <a:p xmlns:a="http://schemas.openxmlformats.org/drawingml/2006/main">
            <a:r>
              <a:t>int Eeprom::write(byte *buffPtr, unsigned int reqOffset, unsigned int reqLen)</a:t>
            </a:r>
          </a:p>
          <a:p xmlns:a="http://schemas.openxmlformats.org/drawingml/2006/main">
            <a:r>
              <a:t>역할: EEPROM 주소·페이지 조건에 맞춰 I²C 데이터 기록.</a:t>
            </a:r>
          </a:p>
          <a:p xmlns:a="http://schemas.openxmlformats.org/drawingml/2006/main">
            <a:r>
              <a:t>본문 직접 호출명(정적 추출): Wire.beginTransmission, Wire.write, Wire.endTransmission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firmware/DF_Main/src/Eeprom.cpp:205</a:t>
            </a:r>
          </a:p>
          <a:p xmlns:a="http://schemas.openxmlformats.org/drawingml/2006/main">
            <a:r>
              <a:t>void Eeprom::checksum()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C:/Projects/VS/DF_FW_Code/CodexManage/firmware/DF_Main/src/Eeprom.cpp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firmware/DF_Main/src/Encoder.cpp:11</a:t>
            </a:r>
          </a:p>
          <a:p xmlns:a="http://schemas.openxmlformats.org/drawingml/2006/main">
            <a:r>
              <a:t>Encoder::Encoder()</a:t>
            </a:r>
          </a:p>
          <a:p xmlns:a="http://schemas.openxmlformats.org/drawingml/2006/main">
            <a:r>
              <a:t>역할: 생성자; 별도 초기화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firmware/DF_Main/src/Encoder.cpp:16</a:t>
            </a:r>
          </a:p>
          <a:p xmlns:a="http://schemas.openxmlformats.org/drawingml/2006/main">
            <a:r>
              <a:t>void Encoder::init()</a:t>
            </a:r>
          </a:p>
          <a:p xmlns:a="http://schemas.openxmlformats.org/drawingml/2006/main">
            <a:r>
              <a:t>역할: 엔코더 입력 초기화 및 이전 핀 상태 저장.</a:t>
            </a:r>
          </a:p>
          <a:p xmlns:a="http://schemas.openxmlformats.org/drawingml/2006/main">
            <a:r>
              <a:t>본문 직접 호출명(정적 추출): digitalRead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firmware/DF_Main/src/Encoder.cpp:23</a:t>
            </a:r>
          </a:p>
          <a:p xmlns:a="http://schemas.openxmlformats.org/drawingml/2006/main">
            <a:r>
              <a:t>void Encoder::setRotateCallback(void (*rotateCallback)(int _dir, int _cnt))</a:t>
            </a:r>
          </a:p>
          <a:p xmlns:a="http://schemas.openxmlformats.org/drawingml/2006/main">
            <a:r>
              <a:t>역할: 엔코더 상태 변경 콜백 함수 포인터 등록.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firmware/DF_Main/src/Encoder.cpp:35</a:t>
            </a:r>
          </a:p>
          <a:p xmlns:a="http://schemas.openxmlformats.org/drawingml/2006/main">
            <a:r>
              <a:t>void Encoder::rotate()</a:t>
            </a:r>
          </a:p>
          <a:p xmlns:a="http://schemas.openxmlformats.org/drawingml/2006/main">
            <a:r>
              <a:t>역할: 엔코더 입력 변화에서 보빈 방향·카운트 계산.</a:t>
            </a:r>
          </a:p>
          <a:p xmlns:a="http://schemas.openxmlformats.org/drawingml/2006/main">
            <a:r>
              <a:t>본문 직접 호출명(정적 추출): digitalRead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firmware/DF_Main/src/Encoder.cpp:105</a:t>
            </a:r>
          </a:p>
          <a:p xmlns:a="http://schemas.openxmlformats.org/drawingml/2006/main">
            <a:r>
              <a:t>String Encoder::fillZero(unsigned int _count)</a:t>
            </a:r>
          </a:p>
          <a:p xmlns:a="http://schemas.openxmlformats.org/drawingml/2006/main">
            <a:r>
              <a:t>역할: 엔코더 값을 0 채움 문자열로 변환.</a:t>
            </a:r>
          </a:p>
          <a:p xmlns:a="http://schemas.openxmlformats.org/drawingml/2006/main">
            <a:r>
              <a:t>본문 직접 호출명(정적 추출):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firmware/DF_Main/src/Encoder.cpp:138</a:t>
            </a:r>
          </a:p>
          <a:p xmlns:a="http://schemas.openxmlformats.org/drawingml/2006/main">
            <a:r>
              <a:t>void Encoder::setBbnCnt(unsigned int _cnt)</a:t>
            </a:r>
          </a:p>
          <a:p xmlns:a="http://schemas.openxmlformats.org/drawingml/2006/main">
            <a:r>
              <a:t>역할: 보빈 카운트 기준값을 설정하고 로그 출력.</a:t>
            </a:r>
          </a:p>
          <a:p xmlns:a="http://schemas.openxmlformats.org/drawingml/2006/main">
            <a:r>
              <a:t>본문 직접 호출명(정적 추출):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C:/Projects/VS/DF_FW_Code/CodexManage/firmware/DF_Main/src/Encoder.cpp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firmware/DF_Main/src/Encoder.cpp:144</a:t>
            </a:r>
          </a:p>
          <a:p xmlns:a="http://schemas.openxmlformats.org/drawingml/2006/main">
            <a:r>
              <a:t>void Encoder::setLmCnt(unsigned int _cnt)</a:t>
            </a:r>
          </a:p>
          <a:p xmlns:a="http://schemas.openxmlformats.org/drawingml/2006/main">
            <a:r>
              <a:t>역할: LM 카운트 기준값을 설정하고 로그 출력.</a:t>
            </a:r>
          </a:p>
          <a:p xmlns:a="http://schemas.openxmlformats.org/drawingml/2006/main">
            <a:r>
              <a:t>본문 직접 호출명(정적 추출):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C:/Projects/VS/DF_FW_Code/CodexManage/firmware/DF_Main/src/Encoder.cpp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firmware/DF_Main/src/ENow.cpp:26</a:t>
            </a:r>
          </a:p>
          <a:p xmlns:a="http://schemas.openxmlformats.org/drawingml/2006/main">
            <a:r>
              <a:t>ENow::ENow()</a:t>
            </a:r>
          </a:p>
          <a:p xmlns:a="http://schemas.openxmlformats.org/drawingml/2006/main">
            <a:r>
              <a:t>역할: 생성자; 별도 초기화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firmware/DF_Main/src/ENow.cpp:34</a:t>
            </a:r>
          </a:p>
          <a:p xmlns:a="http://schemas.openxmlformats.org/drawingml/2006/main">
            <a:r>
              <a:t>void ENow::init(esp_now_recv_cb_t cbfunc)</a:t>
            </a:r>
          </a:p>
          <a:p xmlns:a="http://schemas.openxmlformats.org/drawingml/2006/main">
            <a:r>
              <a:t>역할: Wi-Fi/ESP-NOW와 대상 peer·수신 콜백 초기화.</a:t>
            </a:r>
          </a:p>
          <a:p xmlns:a="http://schemas.openxmlformats.org/drawingml/2006/main">
            <a:r>
              <a:t>본문 직접 호출명(정적 추출): bindTargetAddress, isTargetAddressOk, LogPrintln, WiFi.mode, WiFi.disconnect, esp_wifi_set_channel, esp_now_init, memcpy, esp_now_add_peer, esp_now_register_recv_cb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firmware/DF_Main/src/ENow.cpp:116</a:t>
            </a:r>
          </a:p>
          <a:p xmlns:a="http://schemas.openxmlformats.org/drawingml/2006/main">
            <a:r>
              <a:t>void ENow::bindTargetAddress()</a:t>
            </a:r>
          </a:p>
          <a:p xmlns:a="http://schemas.openxmlformats.org/drawingml/2006/main">
            <a:r>
              <a:t>역할: 저장된 대상 주소 문자열을 통신 주소 배열로 변환.</a:t>
            </a:r>
          </a:p>
          <a:p xmlns:a="http://schemas.openxmlformats.org/drawingml/2006/main">
            <a:r>
              <a:t>본문 직접 호출명(정적 추출): getTargetAddress, addr.length, addr.toCharArray, strtok, strtol,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firmware/DF_Main/src/ENow.cpp:166</a:t>
            </a:r>
          </a:p>
          <a:p xmlns:a="http://schemas.openxmlformats.org/drawingml/2006/main">
            <a:r>
              <a:t>void ENow::write(String pid, String str)</a:t>
            </a:r>
          </a:p>
          <a:p xmlns:a="http://schemas.openxmlformats.org/drawingml/2006/main">
            <a:r>
              <a:t>역할: 문자 PID/payload를 등록 대상에 ESP-NOW로 송신.</a:t>
            </a:r>
          </a:p>
          <a:p xmlns:a="http://schemas.openxmlformats.org/drawingml/2006/main">
            <a:r>
              <a:t>본문 직접 호출명(정적 추출): strcpy, cmd.c_str, cmd.length, esp_now_send, LogPrintln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firmware/DF_Main/src/ENow.cpp:186</a:t>
            </a:r>
          </a:p>
          <a:p xmlns:a="http://schemas.openxmlformats.org/drawingml/2006/main">
            <a:r>
              <a:t>bool ENow::writeRaw(const unsigned char *data, unsigned int length)</a:t>
            </a:r>
          </a:p>
          <a:p xmlns:a="http://schemas.openxmlformats.org/drawingml/2006/main">
            <a:r>
              <a:t>역할: 길이를 확인하고 binary frame을 등록 대상에 송신.</a:t>
            </a:r>
          </a:p>
          <a:p xmlns:a="http://schemas.openxmlformats.org/drawingml/2006/main">
            <a:r>
              <a:t>본문 직접 호출명(정적 추출): esp_now_send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firmware/DF_Main/src/ENow.cpp:195</a:t>
            </a:r>
          </a:p>
          <a:p xmlns:a="http://schemas.openxmlformats.org/drawingml/2006/main">
            <a:r>
              <a:t>void ENow::writeBC(String pid, String str)</a:t>
            </a:r>
          </a:p>
          <a:p xmlns:a="http://schemas.openxmlformats.org/drawingml/2006/main">
            <a:r>
              <a:t>역할: 등록 절차용 문자 메시지를 broadcast로 송신.</a:t>
            </a:r>
          </a:p>
          <a:p xmlns:a="http://schemas.openxmlformats.org/drawingml/2006/main">
            <a:r>
              <a:t>본문 직접 호출명(정적 추출): strcpy, str.c_str, str.length, esp_now_send, LogPrintln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C:/Projects/VS/DF_FW_Code/CodexManage/firmware/DF_Main/src/ENow.cpp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firmware/DF_Main/src/ENow.cpp:221</a:t>
            </a:r>
          </a:p>
          <a:p xmlns:a="http://schemas.openxmlformats.org/drawingml/2006/main">
            <a:r>
              <a:t>String ENow::getMyAddress()</a:t>
            </a:r>
          </a:p>
          <a:p xmlns:a="http://schemas.openxmlformats.org/drawingml/2006/main">
            <a:r>
              <a:t>역할: 현재 장치의 무선 주소를 문자열로 반환.</a:t>
            </a:r>
          </a:p>
          <a:p xmlns:a="http://schemas.openxmlformats.org/drawingml/2006/main">
            <a:r>
              <a:t>본문 직접 호출명(정적 추출): WiFi.macAddress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firmware/DF_Main/src/ENow.cpp:228</a:t>
            </a:r>
          </a:p>
          <a:p xmlns:a="http://schemas.openxmlformats.org/drawingml/2006/main">
            <a:r>
              <a:t>String ENow::getTargetAddress()</a:t>
            </a:r>
          </a:p>
          <a:p xmlns:a="http://schemas.openxmlformats.org/drawingml/2006/main">
            <a:r>
              <a:t>역할: SPIFFS에서 등록된 대상 주소 문자열 읽기.</a:t>
            </a:r>
          </a:p>
          <a:p xmlns:a="http://schemas.openxmlformats.org/drawingml/2006/main">
            <a:r>
              <a:t>본문 직접 호출명(정적 추출): SPIFFS.open, file.isDirectory, file.available, file.read, file.close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firmware/DF_Main/src/ENow.cpp:262</a:t>
            </a:r>
          </a:p>
          <a:p xmlns:a="http://schemas.openxmlformats.org/drawingml/2006/main">
            <a:r>
              <a:t>bool ENow::setTargetAddress(String addr)</a:t>
            </a:r>
          </a:p>
          <a:p xmlns:a="http://schemas.openxmlformats.org/drawingml/2006/main">
            <a:r>
              <a:t>역할: 등록할 대상 주소 문자열을 SPIFFS에 기록.</a:t>
            </a:r>
          </a:p>
          <a:p xmlns:a="http://schemas.openxmlformats.org/drawingml/2006/main">
            <a:r>
              <a:t>본문 직접 호출명(정적 추출): SPIFFS.open, file.print, addr.c_str, file.close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firmware/DF_Main/src/ENow.cpp:283</a:t>
            </a:r>
          </a:p>
          <a:p xmlns:a="http://schemas.openxmlformats.org/drawingml/2006/main">
            <a:r>
              <a:t>bool ENow::isTargetAddressOk()</a:t>
            </a:r>
          </a:p>
          <a:p xmlns:a="http://schemas.openxmlformats.org/drawingml/2006/main">
            <a:r>
              <a:t>역할: 현재 대상 주소의 유효 조건 검사.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firmware/DF_Main/src/ENow.cpp:297</a:t>
            </a:r>
          </a:p>
          <a:p xmlns:a="http://schemas.openxmlformats.org/drawingml/2006/main">
            <a:r>
              <a:t>int ENow::addPeerAddress(uint8_t * prAdr)</a:t>
            </a:r>
          </a:p>
          <a:p xmlns:a="http://schemas.openxmlformats.org/drawingml/2006/main">
            <a:r>
              <a:t>역할: 지정 주소를 ESP-NOW peer로 추가.</a:t>
            </a:r>
          </a:p>
          <a:p xmlns:a="http://schemas.openxmlformats.org/drawingml/2006/main">
            <a:r>
              <a:t>본문 직접 호출명(정적 추출): memcpy, esp_now_add_peer, LogPrintln, String, esp_now_get_peer_num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C:/Projects/VS/DF_FW_Code/CodexManage/firmware/DF_Main/src/ENow.cpp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firmware/DF_Main/src/FileSys.cpp:26</a:t>
            </a:r>
          </a:p>
          <a:p xmlns:a="http://schemas.openxmlformats.org/drawingml/2006/main">
            <a:r>
              <a:t>FileSys::FileSys()</a:t>
            </a:r>
          </a:p>
          <a:p xmlns:a="http://schemas.openxmlformats.org/drawingml/2006/main">
            <a:r>
              <a:t>역할: 생성자; 별도 초기화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firmware/DF_Main/src/FileSys.cpp:34</a:t>
            </a:r>
          </a:p>
          <a:p xmlns:a="http://schemas.openxmlformats.org/drawingml/2006/main">
            <a:r>
              <a:t>void FileSys::init()</a:t>
            </a:r>
          </a:p>
          <a:p xmlns:a="http://schemas.openxmlformats.org/drawingml/2006/main">
            <a:r>
              <a:t>역할: SPIFFS 마운트; 실패 시 포맷·재부팅.</a:t>
            </a:r>
          </a:p>
          <a:p xmlns:a="http://schemas.openxmlformats.org/drawingml/2006/main">
            <a:r>
              <a:t>본문 직접 호출명(정적 추출): SPIFFS.begin, SPIFFS.format, esp_soft_reset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firmware/DF_Main/src/FileSys.cpp:59</a:t>
            </a:r>
          </a:p>
          <a:p xmlns:a="http://schemas.openxmlformats.org/drawingml/2006/main">
            <a:r>
              <a:t>String FileSys::getInfo(short fsKind)</a:t>
            </a:r>
          </a:p>
          <a:p xmlns:a="http://schemas.openxmlformats.org/drawingml/2006/main">
            <a:r>
              <a:t>역할: 종류에 맞는 저장 파일을 읽고 값 형식 확인.</a:t>
            </a:r>
          </a:p>
          <a:p xmlns:a="http://schemas.openxmlformats.org/drawingml/2006/main">
            <a:r>
              <a:t>본문 직접 호출명(정적 추출): SPIFFS.open, file.isDirectory, file.available, file.read, isNumeric, file.close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firmware/DF_Main/src/FileSys.cpp:145</a:t>
            </a:r>
          </a:p>
          <a:p xmlns:a="http://schemas.openxmlformats.org/drawingml/2006/main">
            <a:r>
              <a:t>bool FileSys::isNumeric(String str)</a:t>
            </a:r>
          </a:p>
          <a:p xmlns:a="http://schemas.openxmlformats.org/drawingml/2006/main">
            <a:r>
              <a:t>역할: 문자열의 숫자 형식 여부 검사.</a:t>
            </a:r>
          </a:p>
          <a:p xmlns:a="http://schemas.openxmlformats.org/drawingml/2006/main">
            <a:r>
              <a:t>본문 직접 호출명(정적 추출): str.length, isDigit, str.charAt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firmware/DF_Main/src/FileSys.cpp:160</a:t>
            </a:r>
          </a:p>
          <a:p xmlns:a="http://schemas.openxmlformats.org/drawingml/2006/main">
            <a:r>
              <a:t>short FileSys::saveInfo(short fsKind, String _strInfo)</a:t>
            </a:r>
          </a:p>
          <a:p xmlns:a="http://schemas.openxmlformats.org/drawingml/2006/main">
            <a:r>
              <a:t>역할: 종류에 맞는 설정 파일에 값을 기록.</a:t>
            </a:r>
          </a:p>
          <a:p xmlns:a="http://schemas.openxmlformats.org/drawingml/2006/main">
            <a:r>
              <a:t>본문 직접 호출명(정적 추출): SPIFFS.open, file.isDirectory, file.print, _strInfo.c_str, file.close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firmware/DF_Main/src/FileSys.cpp:217</a:t>
            </a:r>
          </a:p>
          <a:p xmlns:a="http://schemas.openxmlformats.org/drawingml/2006/main">
            <a:r>
              <a:t>short FileSys::deleteInfo(short fsKind)</a:t>
            </a:r>
          </a:p>
          <a:p xmlns:a="http://schemas.openxmlformats.org/drawingml/2006/main">
            <a:r>
              <a:t>역할: 종류에 맞는 설정 파일 제거.</a:t>
            </a:r>
          </a:p>
          <a:p xmlns:a="http://schemas.openxmlformats.org/drawingml/2006/main">
            <a:r>
              <a:t>본문 직접 호출명(정적 추출): SPIFFS.remove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C:/Projects/VS/DF_FW_Code/CodexManage/firmware/DF_Main/src/FileSys.cpp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firmware/DF_Main/src/Led.cpp:11</a:t>
            </a:r>
          </a:p>
          <a:p xmlns:a="http://schemas.openxmlformats.org/drawingml/2006/main">
            <a:r>
              <a:t>Led::Led()</a:t>
            </a:r>
          </a:p>
          <a:p xmlns:a="http://schemas.openxmlformats.org/drawingml/2006/main">
            <a:r>
              <a:t>역할: 생성자; 별도 초기화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firmware/DF_Main/src/Led.cpp:16</a:t>
            </a:r>
          </a:p>
          <a:p xmlns:a="http://schemas.openxmlformats.org/drawingml/2006/main">
            <a:r>
              <a:t>void Led::init()</a:t>
            </a:r>
          </a:p>
          <a:p xmlns:a="http://schemas.openxmlformats.org/drawingml/2006/main">
            <a:r>
              <a:t>역할: 외부 LED 채널을 초기화하고 출력 매핑 설정.</a:t>
            </a:r>
          </a:p>
          <a:p xmlns:a="http://schemas.openxmlformats.org/drawingml/2006/main">
            <a:r>
              <a:t>본문 직접 호출명(정적 추출): analogWrite, mapled,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firmware/DF_Main/src/Led.cpp:37</a:t>
            </a:r>
          </a:p>
          <a:p xmlns:a="http://schemas.openxmlformats.org/drawingml/2006/main">
            <a:r>
              <a:t>void Led::LedCallback(void (*ledCallback)(String))</a:t>
            </a:r>
          </a:p>
          <a:p xmlns:a="http://schemas.openxmlformats.org/drawingml/2006/main">
            <a:r>
              <a:t>역할: LED 변경 콜백 포인터 등록.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firmware/DF_Main/src/Led.cpp:48</a:t>
            </a:r>
          </a:p>
          <a:p xmlns:a="http://schemas.openxmlformats.org/drawingml/2006/main">
            <a:r>
              <a:t>void Led::on(unsigned int ledPos, int _duty)</a:t>
            </a:r>
          </a:p>
          <a:p xmlns:a="http://schemas.openxmlformats.org/drawingml/2006/main">
            <a:r>
              <a:t>역할: LED 위치와 밝기를 검증해 출력.</a:t>
            </a:r>
          </a:p>
          <a:p xmlns:a="http://schemas.openxmlformats.org/drawingml/2006/main">
            <a:r>
              <a:t>본문 직접 호출명(정적 추출): LogPrintln, String, ledOut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firmware/DF_Main/src/Led.cpp:98</a:t>
            </a:r>
          </a:p>
          <a:p xmlns:a="http://schemas.openxmlformats.org/drawingml/2006/main">
            <a:r>
              <a:t>void Led::RGBon(unsigned int ledPos, int rVal, int gVal, int bVal)</a:t>
            </a:r>
          </a:p>
          <a:p xmlns:a="http://schemas.openxmlformats.org/drawingml/2006/main">
            <a:r>
              <a:t>역할: 지정 위치의 RGB 채널 출력값 적용.</a:t>
            </a:r>
          </a:p>
          <a:p xmlns:a="http://schemas.openxmlformats.org/drawingml/2006/main">
            <a:r>
              <a:t>본문 직접 호출명(정적 추출): LogPrintln, String, ledOut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firmware/DF_Main/src/Led.cpp:130</a:t>
            </a:r>
          </a:p>
          <a:p xmlns:a="http://schemas.openxmlformats.org/drawingml/2006/main">
            <a:r>
              <a:t>void Led::off(unsigned int ledPos)</a:t>
            </a:r>
          </a:p>
          <a:p xmlns:a="http://schemas.openxmlformats.org/drawingml/2006/main">
            <a:r>
              <a:t>역할: 지정 LED 위치의 출력값을 0으로 설정.</a:t>
            </a:r>
          </a:p>
          <a:p xmlns:a="http://schemas.openxmlformats.org/drawingml/2006/main">
            <a:r>
              <a:t>본문 직접 호출명(정적 추출): LogPrintln, String, ledOut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C:/Projects/VS/DF_FW_Code/CodexManage/firmware/DF_Main/src/Led.cpp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firmware/DF_Main/src/Led.cpp:173</a:t>
            </a:r>
          </a:p>
          <a:p xmlns:a="http://schemas.openxmlformats.org/drawingml/2006/main">
            <a:r>
              <a:t>void Led::blink(unsigned int ledPos, int time, int bCnt)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C:/Projects/VS/DF_FW_Code/CodexManage/firmware/DF_Main/src/Led.cpp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firmware/DF_Main/src/LmMotor.cpp:8</a:t>
            </a:r>
          </a:p>
          <a:p xmlns:a="http://schemas.openxmlformats.org/drawingml/2006/main">
            <a:r>
              <a:t>LmMotor::LmMotor()</a:t>
            </a:r>
          </a:p>
          <a:p xmlns:a="http://schemas.openxmlformats.org/drawingml/2006/main">
            <a:r>
              <a:t>역할: 생성자; 별도 초기화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firmware/DF_Main/src/LmMotor.cpp:16</a:t>
            </a:r>
          </a:p>
          <a:p xmlns:a="http://schemas.openxmlformats.org/drawingml/2006/main">
            <a:r>
              <a:t>void LmMotor::init()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firmware/DF_Main/src/LmMotor.cpp:28</a:t>
            </a:r>
          </a:p>
          <a:p xmlns:a="http://schemas.openxmlformats.org/drawingml/2006/main">
            <a:r>
              <a:t>void LmMotor::onBldcString(String _msg)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firmware/DF_Main/src/LmMotor.cpp:34</a:t>
            </a:r>
          </a:p>
          <a:p xmlns:a="http://schemas.openxmlformats.org/drawingml/2006/main">
            <a:r>
              <a:t>void LmMotor::onBldc(int _dir, int _duty255)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firmware/DF_Main/src/LmMotor.cpp:40</a:t>
            </a:r>
          </a:p>
          <a:p xmlns:a="http://schemas.openxmlformats.org/drawingml/2006/main">
            <a:r>
              <a:t>void LmMotor::offBldc()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C:/Projects/VS/DF_FW_Code/CodexManage/firmware/DF_Main/src/LmMotor.cpp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firmware/DF_Main/src/modules/DF_Main_CommandRouter.cpp:4</a:t>
            </a:r>
          </a:p>
          <a:p xmlns:a="http://schemas.openxmlformats.org/drawingml/2006/main">
            <a:r>
              <a:t>void ana_TestExecution(String msg)</a:t>
            </a:r>
          </a:p>
          <a:p xmlns:a="http://schemas.openxmlformats.org/drawingml/2006/main">
            <a:r>
              <a:t>역할: 서비스 시험 문자열을 분기해 요청 동작 실행.</a:t>
            </a:r>
          </a:p>
          <a:p xmlns:a="http://schemas.openxmlformats.org/drawingml/2006/main">
            <a:r>
              <a:t>본문 직접 호출명(정적 추출): msg.substring, toInt, portENTER_CRITICAL, portEXIT_CRITICAL, LogPrintln, String, eNow.write, SerialPortDisable, SerialPortEnable, subAC_Off, subAC_On, fsInfo.deleteInfo, fsInfo.saveInfo, LogPrintf, Resp2ApPrintln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firmware/DF_Main/src/modules/DF_Main_CommandRouter.cpp:108</a:t>
            </a:r>
          </a:p>
          <a:p xmlns:a="http://schemas.openxmlformats.org/drawingml/2006/main">
            <a:r>
              <a:t>void analedContCmd(String msg)</a:t>
            </a:r>
          </a:p>
          <a:p xmlns:a="http://schemas.openxmlformats.org/drawingml/2006/main">
            <a:r>
              <a:t>역할: LED 위치·동작·시간 인자를 해석해 LED 제어 시작.</a:t>
            </a:r>
          </a:p>
          <a:p xmlns:a="http://schemas.openxmlformats.org/drawingml/2006/main">
            <a:r>
              <a:t>본문 직접 호출명(정적 추출): msg.substring, toInt, ledCont_OffStart, ledCont_OnStart, ledCont_BlinkStart, ledCont_DimmStart, Resp2ApPrintln,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firmware/DF_Main/src/modules/DF_Main_CommandRouter.cpp:225</a:t>
            </a:r>
          </a:p>
          <a:p xmlns:a="http://schemas.openxmlformats.org/drawingml/2006/main">
            <a:r>
              <a:t>void anaRanding(String msg)</a:t>
            </a:r>
          </a:p>
          <a:p xmlns:a="http://schemas.openxmlformats.org/drawingml/2006/main">
            <a:r>
              <a:t>역할: 랜딩 명령을 해석하고 랜딩 상태기계 시작.</a:t>
            </a:r>
          </a:p>
          <a:p xmlns:a="http://schemas.openxmlformats.org/drawingml/2006/main">
            <a:r>
              <a:t>본문 직접 호출명(정적 추출): msg.substring, toInt, execRanding_SetVal, execRanding_Start, LogPrintln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firmware/DF_Main/src/modules/DF_Main_CommandRouter.cpp:243</a:t>
            </a:r>
          </a:p>
          <a:p xmlns:a="http://schemas.openxmlformats.org/drawingml/2006/main">
            <a:r>
              <a:t>void anaFastHold(String msg)</a:t>
            </a:r>
          </a:p>
          <a:p xmlns:a="http://schemas.openxmlformats.org/drawingml/2006/main">
            <a:r>
              <a:t>역할: 빠른 버티기 명령의 설정값과 실행 플래그 갱신.</a:t>
            </a:r>
          </a:p>
          <a:p xmlns:a="http://schemas.openxmlformats.org/drawingml/2006/main">
            <a:r>
              <a:t>본문 직접 호출명(정적 추출): msg.substring, toInt,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firmware/DF_Main/src/modules/DF_Main_CommandRouter.cpp:255</a:t>
            </a:r>
          </a:p>
          <a:p xmlns:a="http://schemas.openxmlformats.org/drawingml/2006/main">
            <a:r>
              <a:t>void anaFastComboBtn(String msg)</a:t>
            </a:r>
          </a:p>
          <a:p xmlns:a="http://schemas.openxmlformats.org/drawingml/2006/main">
            <a:r>
              <a:t>역할: 버튼 조합 명령의 설정값과 실행 플래그 갱신.</a:t>
            </a:r>
          </a:p>
          <a:p xmlns:a="http://schemas.openxmlformats.org/drawingml/2006/main">
            <a:r>
              <a:t>본문 직접 호출명(정적 추출): msg.substring, toInt,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firmware/DF_Main/src/modules/DF_Main_CommandRouter.cpp:266</a:t>
            </a:r>
          </a:p>
          <a:p xmlns:a="http://schemas.openxmlformats.org/drawingml/2006/main">
            <a:r>
              <a:t>void sendRodVrtCmd(int act, unsigned int cnt, unsigned int ontime, unsigned int offtime)</a:t>
            </a:r>
          </a:p>
          <a:p xmlns:a="http://schemas.openxmlformats.org/drawingml/2006/main">
            <a:r>
              <a:t>역할: 진동 반복 횟수·ON/OFF 시간을 Rod 명령으로 직렬화.</a:t>
            </a:r>
          </a:p>
          <a:p xmlns:a="http://schemas.openxmlformats.org/drawingml/2006/main">
            <a:r>
              <a:t>본문 직접 호출명(정적 추출): String, fillZero2String3Char, LogPrintln, eNow.write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C:/Projects/VS/DF_FW_Code/CodexManage/firmware/DF_Main/src/modules/DF_Main_CommandRouter.cpp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firmware/DF_Main/src/modules/DF_Main_CommandRouter.cpp:317</a:t>
            </a:r>
          </a:p>
          <a:p xmlns:a="http://schemas.openxmlformats.org/drawingml/2006/main">
            <a:r>
              <a:t>void sendRodBtnLedCmd(int posi, int act, unsigned int cnt, unsigned int ontime, unsigned int offtime)</a:t>
            </a:r>
          </a:p>
          <a:p xmlns:a="http://schemas.openxmlformats.org/drawingml/2006/main">
            <a:r>
              <a:t>역할: 버튼 위치·반복·시간을 Rod LED 명령으로 직렬화.</a:t>
            </a:r>
          </a:p>
          <a:p xmlns:a="http://schemas.openxmlformats.org/drawingml/2006/main">
            <a:r>
              <a:t>본문 직접 호출명(정적 추출): LogPrintln, String, fillZero2String3Char, eNow.write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firmware/DF_Main/src/modules/DF_Main_CommandRouter.cpp:403</a:t>
            </a:r>
          </a:p>
          <a:p xmlns:a="http://schemas.openxmlformats.org/drawingml/2006/main">
            <a:r>
              <a:t>short lmFish_3Level_Set(short pwr)</a:t>
            </a:r>
          </a:p>
          <a:p xmlns:a="http://schemas.openxmlformats.org/drawingml/2006/main">
            <a:r>
              <a:t>역할: 요청 세기를 LM용 3단계 물고기 레벨로 변환.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firmware/DF_Main/src/modules/DF_Main_CommandRouter.cpp:415</a:t>
            </a:r>
          </a:p>
          <a:p xmlns:a="http://schemas.openxmlformats.org/drawingml/2006/main">
            <a:r>
              <a:t>void lmReturnOrHome_Start()</a:t>
            </a:r>
          </a:p>
          <a:p xmlns:a="http://schemas.openxmlformats.org/drawingml/2006/main">
            <a:r>
              <a:t>역할: LM 현재 위치에 따라 복귀 또는 홈 처리 선택.</a:t>
            </a:r>
          </a:p>
          <a:p xmlns:a="http://schemas.openxmlformats.org/drawingml/2006/main">
            <a:r>
              <a:t>본문 직접 호출명(정적 추출): lmRight_Control_Return, lmLeft_Control_Return, lmHome_Control_Start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firmware/DF_Main/src/modules/DF_Main_CommandRouter.cpp:436</a:t>
            </a:r>
          </a:p>
          <a:p xmlns:a="http://schemas.openxmlformats.org/drawingml/2006/main">
            <a:r>
              <a:t>void wireHomeControl_Start()</a:t>
            </a:r>
          </a:p>
          <a:p xmlns:a="http://schemas.openxmlformats.org/drawingml/2006/main">
            <a:r>
              <a:t>역할: 와이어 홈 제어 시작 플래그 설정.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firmware/DF_Main/src/modules/DF_Main_CommandRouter.cpp:441</a:t>
            </a:r>
          </a:p>
          <a:p xmlns:a="http://schemas.openxmlformats.org/drawingml/2006/main">
            <a:r>
              <a:t>void wireHomeControl_Stop()</a:t>
            </a:r>
          </a:p>
          <a:p xmlns:a="http://schemas.openxmlformats.org/drawingml/2006/main">
            <a:r>
              <a:t>역할: 와이어 홈 제어 실행 플래그 해제.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firmware/DF_Main/src/modules/DF_Main_CommandRouter.cpp:448</a:t>
            </a:r>
          </a:p>
          <a:p xmlns:a="http://schemas.openxmlformats.org/drawingml/2006/main">
            <a:r>
              <a:t>void wireHome_Control()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C:/Projects/VS/DF_FW_Code/CodexManage/firmware/DF_Main/src/modules/DF_Main_CommandRouter.cpp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firmware/DF_Main/src/modules/DF_Main_CommandRouter.cpp:453</a:t>
            </a:r>
          </a:p>
          <a:p xmlns:a="http://schemas.openxmlformats.org/drawingml/2006/main">
            <a:r>
              <a:t>void setWireHome_EncCnt()</a:t>
            </a:r>
          </a:p>
          <a:p xmlns:a="http://schemas.openxmlformats.org/drawingml/2006/main">
            <a:r>
              <a:t>역할: 보빈 홈 기준 카운트와 ISR 공유 위치를 동기화.</a:t>
            </a:r>
          </a:p>
          <a:p xmlns:a="http://schemas.openxmlformats.org/drawingml/2006/main">
            <a:r>
              <a:t>본문 직접 호출명(정적 추출): mainEnc.setBbnCnt, portENTER_CRITICAL, portEXIT_CRITICAL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firmware/DF_Main/src/modules/DF_Main_CommandRouter.cpp:472</a:t>
            </a:r>
          </a:p>
          <a:p xmlns:a="http://schemas.openxmlformats.org/drawingml/2006/main">
            <a:r>
              <a:t>void anaGameStatusWAT(String msg)</a:t>
            </a:r>
          </a:p>
          <a:p xmlns:a="http://schemas.openxmlformats.org/drawingml/2006/main">
            <a:r>
              <a:t>역할: 게임 상태 요청에 맞춰 대기 토크·홈·Rod 출력을 조정.</a:t>
            </a:r>
          </a:p>
          <a:p xmlns:a="http://schemas.openxmlformats.org/drawingml/2006/main">
            <a:r>
              <a:t>본문 직접 호출명(정적 추출): msg.substring, toInt, portENTER_CRITICAL, portEXIT_CRITICAL, stbyTorqOffControl_Stop, stbyTorqOffControl_Start, sendSleepEnable, setWireHome_EncCnt, stbyTorOffStop_Check, Resp2ApPrintln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firmware/DF_Main/src/modules/DF_Main_CommandRouter.cpp:637</a:t>
            </a:r>
          </a:p>
          <a:p xmlns:a="http://schemas.openxmlformats.org/drawingml/2006/main">
            <a:r>
              <a:t>void stbyTorOffStop_Check()</a:t>
            </a:r>
          </a:p>
          <a:p xmlns:a="http://schemas.openxmlformats.org/drawingml/2006/main">
            <a:r>
              <a:t>역할: 대기 상태가 아니면 자동 토크 OFF 제어 중지.</a:t>
            </a:r>
          </a:p>
          <a:p xmlns:a="http://schemas.openxmlformats.org/drawingml/2006/main">
            <a:r>
              <a:t>본문 직접 호출명(정적 추출): stbyTorqOffControl_Stop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firmware/DF_Main/src/modules/DF_Main_CommandRouter.cpp:656</a:t>
            </a:r>
          </a:p>
          <a:p xmlns:a="http://schemas.openxmlformats.org/drawingml/2006/main">
            <a:r>
              <a:t>void anaGameStatus(String msg)</a:t>
            </a:r>
          </a:p>
          <a:p xmlns:a="http://schemas.openxmlformats.org/drawingml/2006/main">
            <a:r>
              <a:t>역할: 게임 상태를 해석하고 Bite/Hit/Hold/종료 플래그 전환.</a:t>
            </a:r>
          </a:p>
          <a:p xmlns:a="http://schemas.openxmlformats.org/drawingml/2006/main">
            <a:r>
              <a:t>본문 직접 호출명(정적 추출): msg.substring, toInt, motor_AllOff, eNow.write, LogPrintln, execHit_FightBldcStop, reelOut_AllOff, sendSleepEnable, execBite_ptn_Stop, sendRodVrtCmd, execBite_ptn1_Start, execBite_ptn2_Start, execBite_ptn3_Start, execHoldon_ptn1_Start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firmware/DF_Main/src/modules/DF_Main_CommandRouter.cpp:840</a:t>
            </a:r>
          </a:p>
          <a:p xmlns:a="http://schemas.openxmlformats.org/drawingml/2006/main">
            <a:r>
              <a:t>void anaDeviceInfoReq(String msg)</a:t>
            </a:r>
          </a:p>
          <a:p xmlns:a="http://schemas.openxmlformats.org/drawingml/2006/main">
            <a:r>
              <a:t>역할: 버전·설정·저장 정보 종류를 구분해 AP에 응답.</a:t>
            </a:r>
          </a:p>
          <a:p xmlns:a="http://schemas.openxmlformats.org/drawingml/2006/main">
            <a:r>
              <a:t>본문 직접 호출명(정적 추출): msg.substring, strKind.toInt, Resp2ApPrintln, LogPrintln, String, fsInfo.getInfo, fsInfo.saveInfo, fsInfo.deleteInfo, toInt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firmware/DF_Main/src/modules/DF_Main_CommandRouter.cpp:1050</a:t>
            </a:r>
          </a:p>
          <a:p xmlns:a="http://schemas.openxmlformats.org/drawingml/2006/main">
            <a:r>
              <a:t>void anaGameEnbOver(String msg)</a:t>
            </a:r>
          </a:p>
          <a:p xmlns:a="http://schemas.openxmlformats.org/drawingml/2006/main">
            <a:r>
              <a:t>역할: 게임 허용/종료 요청에 따라 출력과 상태 전환.</a:t>
            </a:r>
          </a:p>
          <a:p xmlns:a="http://schemas.openxmlformats.org/drawingml/2006/main">
            <a:r>
              <a:t>본문 직접 호출명(정적 추출): msg.endsWith, digitalWrite, execGameOver, LogPrintln, String, torqDefault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C:/Projects/VS/DF_FW_Code/CodexManage/firmware/DF_Main/src/modules/DF_Main_CommandRouter.cpp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firmware/DF_Main/src/modules/DF_Main_CommandRouter.cpp:1099</a:t>
            </a:r>
          </a:p>
          <a:p xmlns:a="http://schemas.openxmlformats.org/drawingml/2006/main">
            <a:r>
              <a:t>void apAlive_Check()</a:t>
            </a:r>
          </a:p>
          <a:p xmlns:a="http://schemas.openxmlformats.org/drawingml/2006/main">
            <a:r>
              <a:t>역할: AP 응답 timeout을 검사하고 단절 시 출력 정지.</a:t>
            </a:r>
          </a:p>
          <a:p xmlns:a="http://schemas.openxmlformats.org/drawingml/2006/main">
            <a:r>
              <a:t>본문 직접 호출명(정적 추출): sendSleepEnable, motor_AllOff, reelOut_AllOff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firmware/DF_Main/src/modules/DF_Main_CommandRouter.cpp:1150</a:t>
            </a:r>
          </a:p>
          <a:p xmlns:a="http://schemas.openxmlformats.org/drawingml/2006/main">
            <a:r>
              <a:t>void send2RodAlive_CntCheck()</a:t>
            </a:r>
          </a:p>
          <a:p xmlns:a="http://schemas.openxmlformats.org/drawingml/2006/main">
            <a:r>
              <a:t>역할: 주기 카운터에 따라 Rod alive 조회 전송.</a:t>
            </a:r>
          </a:p>
          <a:p xmlns:a="http://schemas.openxmlformats.org/drawingml/2006/main">
            <a:r>
              <a:t>본문 직접 호출명(정적 추출): eNow.write,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firmware/DF_Main/src/modules/DF_Main_CommandRouter.cpp:1189</a:t>
            </a:r>
          </a:p>
          <a:p xmlns:a="http://schemas.openxmlformats.org/drawingml/2006/main">
            <a:r>
              <a:t>void rodRegistToStop()</a:t>
            </a:r>
          </a:p>
          <a:p xmlns:a="http://schemas.openxmlformats.org/drawingml/2006/main">
            <a:r>
              <a:t>역할: Rod 등록 timeout 상태를 정지.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firmware/DF_Main/src/modules/DF_Main_CommandRouter.cpp:1195</a:t>
            </a:r>
          </a:p>
          <a:p xmlns:a="http://schemas.openxmlformats.org/drawingml/2006/main">
            <a:r>
              <a:t>void rodRegistToStart()</a:t>
            </a:r>
          </a:p>
          <a:p xmlns:a="http://schemas.openxmlformats.org/drawingml/2006/main">
            <a:r>
              <a:t>역할: Rod 등록 timeout 감시를 시작.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firmware/DF_Main/src/modules/DF_Main_CommandRouter.cpp:1200</a:t>
            </a:r>
          </a:p>
          <a:p xmlns:a="http://schemas.openxmlformats.org/drawingml/2006/main">
            <a:r>
              <a:t>void rodRegi3secToStart()</a:t>
            </a:r>
          </a:p>
          <a:p xmlns:a="http://schemas.openxmlformats.org/drawingml/2006/main">
            <a:r>
              <a:t>역할: 등록 완료 후 지연 종료/재부팅 상태를 시작.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firmware/DF_Main/src/modules/DF_Main_CommandRouter.cpp:1208</a:t>
            </a:r>
          </a:p>
          <a:p xmlns:a="http://schemas.openxmlformats.org/drawingml/2006/main">
            <a:r>
              <a:t>void rodRegistToControl()</a:t>
            </a:r>
          </a:p>
          <a:p xmlns:a="http://schemas.openxmlformats.org/drawingml/2006/main">
            <a:r>
              <a:t>역할: 등록 단계별 timeout·취소·종료를 처리.</a:t>
            </a:r>
          </a:p>
          <a:p xmlns:a="http://schemas.openxmlformats.org/drawingml/2006/main">
            <a:r>
              <a:t>본문 직접 호출명(정적 추출): setTO, checkTO, rodRegistCancel, StsSendPrintln, esp_soft_reset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C:/Projects/VS/DF_FW_Code/CodexManage/firmware/DF_Main/src/modules/DF_Main_CommandRouter.cpp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firmware/DF_Main/src/modules/DF_Main_CommandRouter.cpp:1262</a:t>
            </a:r>
          </a:p>
          <a:p xmlns:a="http://schemas.openxmlformats.org/drawingml/2006/main">
            <a:r>
              <a:t>void rodRegistCancel()</a:t>
            </a:r>
          </a:p>
          <a:p xmlns:a="http://schemas.openxmlformats.org/drawingml/2006/main">
            <a:r>
              <a:t>역할: 등록 모드를 해제해 정상 상태로 복귀.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firmware/DF_Main/src/modules/DF_Main_CommandRouter.cpp:1268</a:t>
            </a:r>
          </a:p>
          <a:p xmlns:a="http://schemas.openxmlformats.org/drawingml/2006/main">
            <a:r>
              <a:t>void anaRodRegist(String msg)</a:t>
            </a:r>
          </a:p>
          <a:p xmlns:a="http://schemas.openxmlformats.org/drawingml/2006/main">
            <a:r>
              <a:t>역할: AP 등록 시작/취소 요청을 해석해 등록 상태 전환.</a:t>
            </a:r>
          </a:p>
          <a:p xmlns:a="http://schemas.openxmlformats.org/drawingml/2006/main">
            <a:r>
              <a:t>본문 직접 호출명(정적 추출): msg.substring, toInt, LogPrintln, String, rodRegistToStart, rodRegistToStop, rodRegistCancel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firmware/DF_Main/src/modules/DF_Main_CommandRouter.cpp:1297</a:t>
            </a:r>
          </a:p>
          <a:p xmlns:a="http://schemas.openxmlformats.org/drawingml/2006/main">
            <a:r>
              <a:t>void rodRegistExec(String msg)</a:t>
            </a:r>
          </a:p>
          <a:p xmlns:a="http://schemas.openxmlformats.org/drawingml/2006/main">
            <a:r>
              <a:t>역할: Rod 등록 응답을 처리하고 peer·저장 대상 주소 갱신.</a:t>
            </a:r>
          </a:p>
          <a:p xmlns:a="http://schemas.openxmlformats.org/drawingml/2006/main">
            <a:r>
              <a:t>본문 직접 호출명(정적 추출): rodRegistToStop, StsSendPrintln, esp_now_del_peer, LogPrintln, String, eNow.addPeerAddress, eNow.getMyAddress, eNow.writeBC, esp_now_get_peer_num, eNow.setTargetAddress, eNow.getTargetAddress, rodRegi3secToStart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firmware/DF_Main/src/modules/DF_Main_CommandRouter.cpp:1369</a:t>
            </a:r>
          </a:p>
          <a:p xmlns:a="http://schemas.openxmlformats.org/drawingml/2006/main">
            <a:r>
              <a:t>void tmInput_BoardElecMonitorExec(short _exec)</a:t>
            </a:r>
          </a:p>
          <a:p xmlns:a="http://schemas.openxmlformats.org/drawingml/2006/main">
            <a:r>
              <a:t>역할: 보드/전기 입력 감시 실행 플래그 설정.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firmware/DF_Main/src/modules/DF_Main_CommandRouter.cpp:1380</a:t>
            </a:r>
          </a:p>
          <a:p xmlns:a="http://schemas.openxmlformats.org/drawingml/2006/main">
            <a:r>
              <a:t>void tmInput_BbnMotorMonitorExec(short _exec)</a:t>
            </a:r>
          </a:p>
          <a:p xmlns:a="http://schemas.openxmlformats.org/drawingml/2006/main">
            <a:r>
              <a:t>역할: 보빈 입력 감시 항목을 설정.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firmware/DF_Main/src/modules/DF_Main_CommandRouter.cpp:1393</a:t>
            </a:r>
          </a:p>
          <a:p xmlns:a="http://schemas.openxmlformats.org/drawingml/2006/main">
            <a:r>
              <a:t>void anaTmInputTestReq(String msg)</a:t>
            </a:r>
          </a:p>
          <a:p xmlns:a="http://schemas.openxmlformats.org/drawingml/2006/main">
            <a:r>
              <a:t>역할: 입력 진단 요청을 진단 모듈로 전달.</a:t>
            </a:r>
          </a:p>
          <a:p xmlns:a="http://schemas.openxmlformats.org/drawingml/2006/main">
            <a:r>
              <a:t>본문 직접 호출명(정적 추출): diagInputTest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C:/Projects/VS/DF_FW_Code/CodexManage/firmware/DF_Main/src/modules/DF_Main_CommandRouter.cpp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firmware/DF_Main/src/modules/DF_Main_CommandRouter.cpp:1400</a:t>
            </a:r>
          </a:p>
          <a:p xmlns:a="http://schemas.openxmlformats.org/drawingml/2006/main">
            <a:r>
              <a:t>void anaTmOutputTestReq(String msg)</a:t>
            </a:r>
          </a:p>
          <a:p xmlns:a="http://schemas.openxmlformats.org/drawingml/2006/main">
            <a:r>
              <a:t>역할: 출력 진단 요청을 진단 모듈로 전달.</a:t>
            </a:r>
          </a:p>
          <a:p xmlns:a="http://schemas.openxmlformats.org/drawingml/2006/main">
            <a:r>
              <a:t>본문 직접 호출명(정적 추출): diagOutputTest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firmware/DF_Main/src/modules/DF_Main_CommandRouter.cpp:1410</a:t>
            </a:r>
          </a:p>
          <a:p xmlns:a="http://schemas.openxmlformats.org/drawingml/2006/main">
            <a:r>
              <a:t>void anaApInfo(String msg)</a:t>
            </a:r>
          </a:p>
          <a:p xmlns:a="http://schemas.openxmlformats.org/drawingml/2006/main">
            <a:r>
              <a:t>역할: AP 종류 정보를 해석하고 Rod에 전달.</a:t>
            </a:r>
          </a:p>
          <a:p xmlns:a="http://schemas.openxmlformats.org/drawingml/2006/main">
            <a:r>
              <a:t>본문 직접 호출명(정적 추출): msg.substring, toInt, eNow.write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firmware/DF_Main/src/modules/DF_Main_CommandRouter.cpp:1445</a:t>
            </a:r>
          </a:p>
          <a:p xmlns:a="http://schemas.openxmlformats.org/drawingml/2006/main">
            <a:r>
              <a:t>void anaMainAlive(String msg)</a:t>
            </a:r>
          </a:p>
          <a:p xmlns:a="http://schemas.openxmlformats.org/drawingml/2006/main">
            <a:r>
              <a:t>역할: AP alive 요청에 응답하고 현재 연결 상태 송신.</a:t>
            </a:r>
          </a:p>
          <a:p xmlns:a="http://schemas.openxmlformats.org/drawingml/2006/main">
            <a:r>
              <a:t>본문 직접 호출명(정적 추출): Resp2ApPrintln, sendCurrentStatus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C:/Projects/VS/DF_FW_Code/CodexManage/firmware/DF_Main/src/modules/DF_Main_CommandRouter.cpp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firmware/DF_Main/src/modules/DF_Main_Communication.cpp:4</a:t>
            </a:r>
          </a:p>
          <a:p xmlns:a="http://schemas.openxmlformats.org/drawingml/2006/main">
            <a:r>
              <a:t>void rotateChangeCallback(int _dir, int _cnt)</a:t>
            </a:r>
          </a:p>
          <a:p xmlns:a="http://schemas.openxmlformats.org/drawingml/2006/main">
            <a:r>
              <a:t>역할: 보빈 엔코더 변화값을 공유 상태/로그에 반영.</a:t>
            </a:r>
          </a:p>
          <a:p xmlns:a="http://schemas.openxmlformats.org/drawingml/2006/main">
            <a:r>
              <a:t>본문 직접 호출명(정적 추출):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firmware/DF_Main/src/modules/DF_Main_Communication.cpp:27</a:t>
            </a:r>
          </a:p>
          <a:p xmlns:a="http://schemas.openxmlformats.org/drawingml/2006/main">
            <a:r>
              <a:t>void sent_cb_esp_now_sts(const uint8_t* mac_addr, esp_now_send_status_t status)</a:t>
            </a:r>
          </a:p>
          <a:p xmlns:a="http://schemas.openxmlformats.org/drawingml/2006/main">
            <a:r>
              <a:t>역할: 송신 완료 상태만 임계영역 내 고정 슬롯에 게시.</a:t>
            </a:r>
          </a:p>
          <a:p xmlns:a="http://schemas.openxmlformats.org/drawingml/2006/main">
            <a:r>
              <a:t>본문 직접 호출명(정적 추출): portENTER_CRITICAL, portEXIT_CRITICAL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firmware/DF_Main/src/modules/DF_Main_Communication.cpp:36</a:t>
            </a:r>
          </a:p>
          <a:p xmlns:a="http://schemas.openxmlformats.org/drawingml/2006/main">
            <a:r>
              <a:t>void DF_Main_Communication_ProcessSendResult()</a:t>
            </a:r>
          </a:p>
          <a:p xmlns:a="http://schemas.openxmlformats.org/drawingml/2006/main">
            <a:r>
              <a:t>역할: 게시된 ESP-NOW 송신 결과를 loop에서 소비하고 실패 로그 출력.</a:t>
            </a:r>
          </a:p>
          <a:p xmlns:a="http://schemas.openxmlformats.org/drawingml/2006/main">
            <a:r>
              <a:t>본문 직접 호출명(정적 추출): portENTER_CRITICAL, portEXIT_CRITICAL,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firmware/DF_Main/src/modules/DF_Main_Communication.cpp:56</a:t>
            </a:r>
          </a:p>
          <a:p xmlns:a="http://schemas.openxmlformats.org/drawingml/2006/main">
            <a:r>
              <a:t>void recv_cb_esp_now_msg(const uint8_t *mac_info, const uint8_t *data, int data_len)</a:t>
            </a:r>
          </a:p>
          <a:p xmlns:a="http://schemas.openxmlformats.org/drawingml/2006/main">
            <a:r>
              <a:t>역할: 길이를 검사하고 수신 데이터·송신 주소를 고정 슬롯에 복사.</a:t>
            </a:r>
          </a:p>
          <a:p xmlns:a="http://schemas.openxmlformats.org/drawingml/2006/main">
            <a:r>
              <a:t>본문 직접 호출명(정적 추출): portENTER_CRITICAL, portEXIT_CRITICAL, memcpy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firmware/DF_Main/src/modules/DF_Main_Communication.cpp:92</a:t>
            </a:r>
          </a:p>
          <a:p xmlns:a="http://schemas.openxmlformats.org/drawingml/2006/main">
            <a:r>
              <a:t>int DF_Main_Communication_TakeReceived(char *data, unsigned int capacity, unsigned int *length, uint8_t *sourceAddress, unsigned long *overwrittenCount, unsigned long *invalidCount)</a:t>
            </a:r>
          </a:p>
          <a:p xmlns:a="http://schemas.openxmlformats.org/drawingml/2006/main">
            <a:r>
              <a:t>역할: 임계영역 내 수신 슬롯을 소비하고 길이·송신 주소·오류 횟수 반환.</a:t>
            </a:r>
          </a:p>
          <a:p xmlns:a="http://schemas.openxmlformats.org/drawingml/2006/main">
            <a:r>
              <a:t>본문 직접 호출명(정적 추출): portENTER_CRITICAL, portEXIT_CRITICAL, memcpy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firmware/DF_Main/src/modules/DF_Main_Communication.cpp:131</a:t>
            </a:r>
          </a:p>
          <a:p xmlns:a="http://schemas.openxmlformats.org/drawingml/2006/main">
            <a:r>
              <a:t>void battLevelSet( String msg)</a:t>
            </a:r>
          </a:p>
          <a:p xmlns:a="http://schemas.openxmlformats.org/drawingml/2006/main">
            <a:r>
              <a:t>역할: Rod 배터리 문자열에서 상태·잔량을 추출.</a:t>
            </a:r>
          </a:p>
          <a:p xmlns:a="http://schemas.openxmlformats.org/drawingml/2006/main">
            <a:r>
              <a:t>본문 직접 호출명(정적 추출): msg.substring, battLvlStr.substring, toInt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C:/Projects/VS/DF_FW_Code/CodexManage/firmware/DF_Main/src/modules/DF_Main_Communication.cpp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firmware/DF_Main/src/modules/DF_Main_Communication.cpp:144</a:t>
            </a:r>
          </a:p>
          <a:p xmlns:a="http://schemas.openxmlformats.org/drawingml/2006/main">
            <a:r>
              <a:t>void setRod_Connected()</a:t>
            </a:r>
          </a:p>
          <a:p xmlns:a="http://schemas.openxmlformats.org/drawingml/2006/main">
            <a:r>
              <a:t>역할: Rod 연결 상태와 수신 timeout 카운터 갱신.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firmware/DF_Main/src/modules/DF_Main_Communication.cpp:154</a:t>
            </a:r>
          </a:p>
          <a:p xmlns:a="http://schemas.openxmlformats.org/drawingml/2006/main">
            <a:r>
              <a:t>void uartRecvHandlerImp()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firmware/DF_Main/src/modules/DF_Main_Communication.cpp:159</a:t>
            </a:r>
          </a:p>
          <a:p xmlns:a="http://schemas.openxmlformats.org/drawingml/2006/main">
            <a:r>
              <a:t>bool isParaCheckOk(int idx, int val)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firmware/DF_Main/src/modules/DF_Main_Communication.cpp:184</a:t>
            </a:r>
          </a:p>
          <a:p xmlns:a="http://schemas.openxmlformats.org/drawingml/2006/main">
            <a:r>
              <a:t>void waveType_TorqSet()</a:t>
            </a:r>
          </a:p>
          <a:p xmlns:a="http://schemas.openxmlformats.org/drawingml/2006/main">
            <a:r>
              <a:t>역할: 현재 Wave 종류에 맞는 토크·BLDC 목표값 설정.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firmware/DF_Main/src/modules/DF_Main_Communication.cpp:204</a:t>
            </a:r>
          </a:p>
          <a:p xmlns:a="http://schemas.openxmlformats.org/drawingml/2006/main">
            <a:r>
              <a:t>int HitType_TorqSet(int _fishKind)</a:t>
            </a:r>
          </a:p>
          <a:p xmlns:a="http://schemas.openxmlformats.org/drawingml/2006/main">
            <a:r>
              <a:t>역할: 물고기 종류에 맞는 Hit 토크값 계산.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firmware/DF_Main/src/modules/DF_Main_Communication.cpp:215</a:t>
            </a:r>
          </a:p>
          <a:p xmlns:a="http://schemas.openxmlformats.org/drawingml/2006/main">
            <a:r>
              <a:t>int isExecBldc()</a:t>
            </a:r>
          </a:p>
          <a:p xmlns:a="http://schemas.openxmlformats.org/drawingml/2006/main">
            <a:r>
              <a:t>역할: 현재 실행 상태에서 BLDC 동작 여부 판정.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C:/Projects/VS/DF_FW_Code/CodexManage/firmware/DF_Main/src/modules/DF_Main_Communication.cpp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firmware/DF_Main/src/modules/DF_Main_Communication.cpp:241</a:t>
            </a:r>
          </a:p>
          <a:p xmlns:a="http://schemas.openxmlformats.org/drawingml/2006/main">
            <a:r>
              <a:t>void torqMot_OffControlStart(unsigned int onTime)</a:t>
            </a:r>
          </a:p>
          <a:p xmlns:a="http://schemas.openxmlformats.org/drawingml/2006/main">
            <a:r>
              <a:t>역할: 토크모터의 지정 시간 후 OFF 상태기계 시작.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firmware/DF_Main/src/modules/DF_Main_Communication.cpp:249</a:t>
            </a:r>
          </a:p>
          <a:p xmlns:a="http://schemas.openxmlformats.org/drawingml/2006/main">
            <a:r>
              <a:t>void torqMot_OffControlStop()</a:t>
            </a:r>
          </a:p>
          <a:p xmlns:a="http://schemas.openxmlformats.org/drawingml/2006/main">
            <a:r>
              <a:t>역할: 토크모터 자동 OFF 상태기계 정지.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firmware/DF_Main/src/modules/DF_Main_Communication.cpp:256</a:t>
            </a:r>
          </a:p>
          <a:p xmlns:a="http://schemas.openxmlformats.org/drawingml/2006/main">
            <a:r>
              <a:t>void torqMotor_OffTime_Control()</a:t>
            </a:r>
          </a:p>
          <a:p xmlns:a="http://schemas.openxmlformats.org/drawingml/2006/main">
            <a:r>
              <a:t>역할: 설정 시간이 지나면 토크 출력을 끄고 응답.</a:t>
            </a:r>
          </a:p>
          <a:p xmlns:a="http://schemas.openxmlformats.org/drawingml/2006/main">
            <a:r>
              <a:t>본문 직접 호출명(정적 추출): setTO, checkTO, torqOff, Resp2ApPrintln, LogPrintln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firmware/DF_Main/src/modules/DF_Main_Communication.cpp:307</a:t>
            </a:r>
          </a:p>
          <a:p xmlns:a="http://schemas.openxmlformats.org/drawingml/2006/main">
            <a:r>
              <a:t>void bbnMotor_OffTime_Start(unsigned int time)</a:t>
            </a:r>
          </a:p>
          <a:p xmlns:a="http://schemas.openxmlformats.org/drawingml/2006/main">
            <a:r>
              <a:t>역할: 보빈 모터 자동 정지 시간과 상태 설정.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firmware/DF_Main/src/modules/DF_Main_Communication.cpp:315</a:t>
            </a:r>
          </a:p>
          <a:p xmlns:a="http://schemas.openxmlformats.org/drawingml/2006/main">
            <a:r>
              <a:t>void bbnMotor_OffTime_Control()</a:t>
            </a:r>
          </a:p>
          <a:p xmlns:a="http://schemas.openxmlformats.org/drawingml/2006/main">
            <a:r>
              <a:t>역할: 보빈 동작 timeout을 감시하고 정지·응답.</a:t>
            </a:r>
          </a:p>
          <a:p xmlns:a="http://schemas.openxmlformats.org/drawingml/2006/main">
            <a:r>
              <a:t>본문 직접 호출명(정적 추출): setTO, checkTO, bbnMotor.offBldc, Resp2ApPrintln, LogPrintln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firmware/DF_Main/src/modules/DF_Main_Communication.cpp:366</a:t>
            </a:r>
          </a:p>
          <a:p xmlns:a="http://schemas.openxmlformats.org/drawingml/2006/main">
            <a:r>
              <a:t>void lmMotor_OffTime_Start(unsigned int time)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C:/Projects/VS/DF_FW_Code/CodexManage/firmware/DF_Main/src/modules/DF_Main_Communication.cpp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firmware/DF_Main/src/modules/DF_Main_Communication.cpp:370</a:t>
            </a:r>
          </a:p>
          <a:p xmlns:a="http://schemas.openxmlformats.org/drawingml/2006/main">
            <a:r>
              <a:t>void lmMotor_OffTime_Control()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firmware/DF_Main/src/modules/DF_Main_Communication.cpp:377</a:t>
            </a:r>
          </a:p>
          <a:p xmlns:a="http://schemas.openxmlformats.org/drawingml/2006/main">
            <a:r>
              <a:t>void clear_ExecFlag()</a:t>
            </a:r>
          </a:p>
          <a:p xmlns:a="http://schemas.openxmlformats.org/drawingml/2006/main">
            <a:r>
              <a:t>역할: 게임 패턴별 실행 플래그를 일괄 초기화.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firmware/DF_Main/src/modules/DF_Main_Communication.cpp:395</a:t>
            </a:r>
          </a:p>
          <a:p xmlns:a="http://schemas.openxmlformats.org/drawingml/2006/main">
            <a:r>
              <a:t>void execGameOver()</a:t>
            </a:r>
          </a:p>
          <a:p xmlns:a="http://schemas.openxmlformats.org/drawingml/2006/main">
            <a:r>
              <a:t>역할: 게임 실행 플래그를 지우고 Main/Rod 출력 정지.</a:t>
            </a:r>
          </a:p>
          <a:p xmlns:a="http://schemas.openxmlformats.org/drawingml/2006/main">
            <a:r>
              <a:t>본문 직접 호출명(정적 추출): motor_AllOff, clear_ExecFlag, reelOut_AllOff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firmware/DF_Main/src/modules/DF_Main_Communication.cpp:409</a:t>
            </a:r>
          </a:p>
          <a:p xmlns:a="http://schemas.openxmlformats.org/drawingml/2006/main">
            <a:r>
              <a:t>void setVal_Hit_MainPwr(String msg)</a:t>
            </a:r>
          </a:p>
          <a:p xmlns:a="http://schemas.openxmlformats.org/drawingml/2006/main">
            <a:r>
              <a:t>역할: Hit 요청값을 현재 토크/물고기 설정에 반영.</a:t>
            </a:r>
          </a:p>
          <a:p xmlns:a="http://schemas.openxmlformats.org/drawingml/2006/main">
            <a:r>
              <a:t>본문 직접 호출명(정적 추출): HitType_TorqSet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firmware/DF_Main/src/modules/DF_Main_Communication.cpp:461</a:t>
            </a:r>
          </a:p>
          <a:p xmlns:a="http://schemas.openxmlformats.org/drawingml/2006/main">
            <a:r>
              <a:t>void SetIMU_Measure_Out_OnOff(unsigned int _setClr)</a:t>
            </a:r>
          </a:p>
          <a:p xmlns:a="http://schemas.openxmlformats.org/drawingml/2006/main">
            <a:r>
              <a:t>역할: Rod IMU 측정 출력 허용 상태 전송.</a:t>
            </a:r>
          </a:p>
          <a:p xmlns:a="http://schemas.openxmlformats.org/drawingml/2006/main">
            <a:r>
              <a:t>본문 직접 호출명(정적 추출): eNow.write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firmware/DF_Main/src/modules/DF_Main_Communication.cpp:505</a:t>
            </a:r>
          </a:p>
          <a:p xmlns:a="http://schemas.openxmlformats.org/drawingml/2006/main">
            <a:r>
              <a:t>void sendSleepEnable(int Mode, int Time, int Id)</a:t>
            </a:r>
          </a:p>
          <a:p xmlns:a="http://schemas.openxmlformats.org/drawingml/2006/main">
            <a:r>
              <a:t>역할: Rod sleep 허용·시간·식별값을 명령으로 전송.</a:t>
            </a:r>
          </a:p>
          <a:p xmlns:a="http://schemas.openxmlformats.org/drawingml/2006/main">
            <a:r>
              <a:t>본문 직접 호출명(정적 추출): StringFormat, eNow.write,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C:/Projects/VS/DF_FW_Code/CodexManage/firmware/DF_Main/src/modules/DF_Main_Communication.cpp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firmware/DF_Main/src/modules/DF_Main_Communication.cpp:517</a:t>
            </a:r>
          </a:p>
          <a:p xmlns:a="http://schemas.openxmlformats.org/drawingml/2006/main">
            <a:r>
              <a:t>void sendCurrentStatus()</a:t>
            </a:r>
          </a:p>
          <a:p xmlns:a="http://schemas.openxmlformats.org/drawingml/2006/main">
            <a:r>
              <a:t>역할: Main/Rod/IMU/배터리 현재 상태를 AP에 송신.</a:t>
            </a:r>
          </a:p>
          <a:p xmlns:a="http://schemas.openxmlformats.org/drawingml/2006/main">
            <a:r>
              <a:t>본문 직접 호출명(정적 추출): Resp2ApPrintln,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C:/Projects/VS/DF_FW_Code/CodexManage/firmware/DF_Main/src/modules/DF_Main_Communication.cpp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firmware/DF_Main/src/modules/DF_Main_DeviceCheck.cpp:4</a:t>
            </a:r>
          </a:p>
          <a:p xmlns:a="http://schemas.openxmlformats.org/drawingml/2006/main">
            <a:r>
              <a:t>void devChkReady_Control()</a:t>
            </a:r>
          </a:p>
          <a:p xmlns:a="http://schemas.openxmlformats.org/drawingml/2006/main">
            <a:r>
              <a:t>역할: 준비 검사 상태에 따라 보빈/LM 검사와 종료 처리.</a:t>
            </a:r>
          </a:p>
          <a:p xmlns:a="http://schemas.openxmlformats.org/drawingml/2006/main">
            <a:r>
              <a:t>본문 직접 호출명(정적 추출): devchk_bbnAll_Control, devchk_lmMot_Control, devchk_OkEnd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firmware/DF_Main/src/modules/DF_Main_DeviceCheck.cpp:21</a:t>
            </a:r>
          </a:p>
          <a:p xmlns:a="http://schemas.openxmlformats.org/drawingml/2006/main">
            <a:r>
              <a:t>void resp_MainBoard_Ver()</a:t>
            </a:r>
          </a:p>
          <a:p xmlns:a="http://schemas.openxmlformats.org/drawingml/2006/main">
            <a:r>
              <a:t>역할: Main 펌웨어 버전을 AP에 응답.</a:t>
            </a:r>
          </a:p>
          <a:p xmlns:a="http://schemas.openxmlformats.org/drawingml/2006/main">
            <a:r>
              <a:t>본문 직접 호출명(정적 추출): Resp2ApPrintln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firmware/DF_Main/src/modules/DF_Main_DeviceCheck.cpp:32</a:t>
            </a:r>
          </a:p>
          <a:p xmlns:a="http://schemas.openxmlformats.org/drawingml/2006/main">
            <a:r>
              <a:t>void devchk_OkEnd()</a:t>
            </a:r>
          </a:p>
          <a:p xmlns:a="http://schemas.openxmlformats.org/drawingml/2006/main">
            <a:r>
              <a:t>역할: 준비 검사 성공 응답·출력 복귀·대기 제어 요청 처리.</a:t>
            </a:r>
          </a:p>
          <a:p xmlns:a="http://schemas.openxmlformats.org/drawingml/2006/main">
            <a:r>
              <a:t>본문 직접 호출명(정적 추출): devChkMsgSend, resp_MainBoard_Ver, torqOff, send2resp_FwSelfControlCmd, stbyTorqOff_ReqCheck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firmware/DF_Main/src/modules/DF_Main_DeviceCheck.cpp:77</a:t>
            </a:r>
          </a:p>
          <a:p xmlns:a="http://schemas.openxmlformats.org/drawingml/2006/main">
            <a:r>
              <a:t>void send2resp_FwSelfControlCmd(String Cmd, int torq)</a:t>
            </a:r>
          </a:p>
          <a:p xmlns:a="http://schemas.openxmlformats.org/drawingml/2006/main">
            <a:r>
              <a:t>역할: 펌웨어 자체 제어 명령과 토크값을 AP에 응답.</a:t>
            </a:r>
          </a:p>
          <a:p xmlns:a="http://schemas.openxmlformats.org/drawingml/2006/main">
            <a:r>
              <a:t>본문 직접 호출명(정적 추출): Resp2ApPrintln, stringTo3char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firmware/DF_Main/src/modules/DF_Main_DeviceCheck.cpp:82</a:t>
            </a:r>
          </a:p>
          <a:p xmlns:a="http://schemas.openxmlformats.org/drawingml/2006/main">
            <a:r>
              <a:t>String stringTo3char(int val)</a:t>
            </a:r>
          </a:p>
          <a:p xmlns:a="http://schemas.openxmlformats.org/drawingml/2006/main">
            <a:r>
              <a:t>역할: 정수를 고정 3자리 문자열로 변환.</a:t>
            </a:r>
          </a:p>
          <a:p xmlns:a="http://schemas.openxmlformats.org/drawingml/2006/main">
            <a:r>
              <a:t>본문 직접 호출명(정적 추출):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firmware/DF_Main/src/modules/DF_Main_DeviceCheck.cpp:98</a:t>
            </a:r>
          </a:p>
          <a:p xmlns:a="http://schemas.openxmlformats.org/drawingml/2006/main">
            <a:r>
              <a:t>void devChkMsgSend(String msg)</a:t>
            </a:r>
          </a:p>
          <a:p xmlns:a="http://schemas.openxmlformats.org/drawingml/2006/main">
            <a:r>
              <a:t>역할: 장치 검사 결과 문자열을 AP에 응답.</a:t>
            </a:r>
          </a:p>
          <a:p xmlns:a="http://schemas.openxmlformats.org/drawingml/2006/main">
            <a:r>
              <a:t>본문 직접 호출명(정적 추출): Resp2ApPrintln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C:/Projects/VS/DF_FW_Code/CodexManage/firmware/DF_Main/src/modules/DF_Main_DeviceCheck.cpp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firmware/DF_Main/src/modules/DF_Main_DeviceCheck.cpp:111</a:t>
            </a:r>
          </a:p>
          <a:p xmlns:a="http://schemas.openxmlformats.org/drawingml/2006/main">
            <a:r>
              <a:t>void devchk_bbnAllStart()</a:t>
            </a:r>
          </a:p>
          <a:p xmlns:a="http://schemas.openxmlformats.org/drawingml/2006/main">
            <a:r>
              <a:t>역할: 보빈 전체 검사 시작 상태 설정.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firmware/DF_Main/src/modules/DF_Main_DeviceCheck.cpp:116</a:t>
            </a:r>
          </a:p>
          <a:p xmlns:a="http://schemas.openxmlformats.org/drawingml/2006/main">
            <a:r>
              <a:t>void devchk_lmMotStart()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firmware/DF_Main/src/modules/DF_Main_DeviceCheck.cpp:121</a:t>
            </a:r>
          </a:p>
          <a:p xmlns:a="http://schemas.openxmlformats.org/drawingml/2006/main">
            <a:r>
              <a:t>void devCheckFlagStep_AllClear()</a:t>
            </a:r>
          </a:p>
          <a:p xmlns:a="http://schemas.openxmlformats.org/drawingml/2006/main">
            <a:r>
              <a:t>역할: 장치 검사 단계와 실행 플래그를 모두 초기화.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firmware/DF_Main/src/modules/DF_Main_DeviceCheck.cpp:199</a:t>
            </a:r>
          </a:p>
          <a:p xmlns:a="http://schemas.openxmlformats.org/drawingml/2006/main">
            <a:r>
              <a:t>void devchk_bbnAll_Control()</a:t>
            </a:r>
          </a:p>
          <a:p xmlns:a="http://schemas.openxmlformats.org/drawingml/2006/main">
            <a:r>
              <a:t>역할: BLDC·엔코더·토크모터 검사 단계를 진행하고 결과 보고.</a:t>
            </a:r>
          </a:p>
          <a:p xmlns:a="http://schemas.openxmlformats.org/drawingml/2006/main">
            <a:r>
              <a:t>본문 직접 호출명(정적 추출): torqOff, bbnMotor.offBldc, setTO, checkTO, bbnMotor.onBldc, torqMotor.setValue, getTO, Resp2ApPrintln, String, devCheckFlagStep_AllClear, stbyTorqOff_ReqCheck, fsInfo.saveInfo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firmware/DF_Main/src/modules/DF_Main_DeviceCheck.cpp:410</a:t>
            </a:r>
          </a:p>
          <a:p xmlns:a="http://schemas.openxmlformats.org/drawingml/2006/main">
            <a:r>
              <a:t>void devchk_lmMot_Control()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firmware/DF_Main/src/modules/DF_Main_DeviceCheck.cpp:418</a:t>
            </a:r>
          </a:p>
          <a:p xmlns:a="http://schemas.openxmlformats.org/drawingml/2006/main">
            <a:r>
              <a:t>void devchk_lmEnc_Control()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C:/Projects/VS/DF_FW_Code/CodexManage/firmware/DF_Main/src/modules/DF_Main_DeviceCheck.cpp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firmware/DF_Main/src/modules/DF_Main_DeviceCheck.cpp:441</a:t>
            </a:r>
          </a:p>
          <a:p xmlns:a="http://schemas.openxmlformats.org/drawingml/2006/main">
            <a:r>
              <a:t>void devReadyCheck()</a:t>
            </a:r>
          </a:p>
          <a:p xmlns:a="http://schemas.openxmlformats.org/drawingml/2006/main">
            <a:r>
              <a:t>역할: 요청한 장치 준비 검사를 시작.</a:t>
            </a:r>
          </a:p>
          <a:p xmlns:a="http://schemas.openxmlformats.org/drawingml/2006/main">
            <a:r>
              <a:t>본문 직접 호출명(정적 추출): devchk_bbnAllStart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firmware/DF_Main/src/modules/DF_Main_DeviceCheck.cpp:456</a:t>
            </a:r>
          </a:p>
          <a:p xmlns:a="http://schemas.openxmlformats.org/drawingml/2006/main">
            <a:r>
              <a:t>void send_Error_Clr()</a:t>
            </a:r>
          </a:p>
          <a:p xmlns:a="http://schemas.openxmlformats.org/drawingml/2006/main">
            <a:r>
              <a:t>역할: 장치 오류 해제 응답을 AP에 전송.</a:t>
            </a:r>
          </a:p>
          <a:p xmlns:a="http://schemas.openxmlformats.org/drawingml/2006/main">
            <a:r>
              <a:t>본문 직접 호출명(정적 추출): Resp2ApPrintln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C:/Projects/VS/DF_FW_Code/CodexManage/firmware/DF_Main/src/modules/DF_Main_DeviceCheck.cpp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firmware/DF_Main/src/modules/DF_Main_Diagnostics.cpp:4</a:t>
            </a:r>
          </a:p>
          <a:p xmlns:a="http://schemas.openxmlformats.org/drawingml/2006/main">
            <a:r>
              <a:t>void diagInput_AllOff()</a:t>
            </a:r>
          </a:p>
          <a:p xmlns:a="http://schemas.openxmlformats.org/drawingml/2006/main">
            <a:r>
              <a:t>역할: 보드·모터·기계·전기 입력 진단 플래그 해제.</a:t>
            </a:r>
          </a:p>
          <a:p xmlns:a="http://schemas.openxmlformats.org/drawingml/2006/main">
            <a:r>
              <a:t>본문 직접 호출명(정적 추출): diagInput_BoardInAllOff, DiagInput_MotInAllOff, DiagInput_MechaInAllOff, DiagInput_ElecInAllOff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firmware/DF_Main/src/modules/DF_Main_Diagnostics.cpp:17</a:t>
            </a:r>
          </a:p>
          <a:p xmlns:a="http://schemas.openxmlformats.org/drawingml/2006/main">
            <a:r>
              <a:t>void diagInput_BoardInAllOff()</a:t>
            </a:r>
          </a:p>
          <a:p xmlns:a="http://schemas.openxmlformats.org/drawingml/2006/main">
            <a:r>
              <a:t>역할: 보드 입력 진단 감시 플래그 해제.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firmware/DF_Main/src/modules/DF_Main_Diagnostics.cpp:25</a:t>
            </a:r>
          </a:p>
          <a:p xmlns:a="http://schemas.openxmlformats.org/drawingml/2006/main">
            <a:r>
              <a:t>void diagInput_BoardInAllOn()</a:t>
            </a:r>
          </a:p>
          <a:p xmlns:a="http://schemas.openxmlformats.org/drawingml/2006/main">
            <a:r>
              <a:t>역할: 보드 입력 진단 감시 플래그 설정.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firmware/DF_Main/src/modules/DF_Main_Diagnostics.cpp:35</a:t>
            </a:r>
          </a:p>
          <a:p xmlns:a="http://schemas.openxmlformats.org/drawingml/2006/main">
            <a:r>
              <a:t>void DiagInput_MotInAllOff()</a:t>
            </a:r>
          </a:p>
          <a:p xmlns:a="http://schemas.openxmlformats.org/drawingml/2006/main">
            <a:r>
              <a:t>역할: 모터 입력 진단 감시 플래그 해제.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firmware/DF_Main/src/modules/DF_Main_Diagnostics.cpp:45</a:t>
            </a:r>
          </a:p>
          <a:p xmlns:a="http://schemas.openxmlformats.org/drawingml/2006/main">
            <a:r>
              <a:t>void DiagInput_MotInAllOn()</a:t>
            </a:r>
          </a:p>
          <a:p xmlns:a="http://schemas.openxmlformats.org/drawingml/2006/main">
            <a:r>
              <a:t>역할: 모터 입력 진단 감시 플래그 설정.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firmware/DF_Main/src/modules/DF_Main_Diagnostics.cpp:52</a:t>
            </a:r>
          </a:p>
          <a:p xmlns:a="http://schemas.openxmlformats.org/drawingml/2006/main">
            <a:r>
              <a:t>void DiagInput_MainEcoderInAllOn()</a:t>
            </a:r>
          </a:p>
          <a:p xmlns:a="http://schemas.openxmlformats.org/drawingml/2006/main">
            <a:r>
              <a:t>역할: 모터 입력 진단 감시 플래그 설정.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C:/Projects/VS/DF_FW_Code/CodexManage/firmware/DF_Main/src/modules/DF_Main_Diagnostics.cpp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firmware/DF_Main/src/modules/DF_Main_Diagnostics.cpp:71</a:t>
            </a:r>
          </a:p>
          <a:p xmlns:a="http://schemas.openxmlformats.org/drawingml/2006/main">
            <a:r>
              <a:t>void DiagInput_MechaInAllOff()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firmware/DF_Main/src/modules/DF_Main_Diagnostics.cpp:77</a:t>
            </a:r>
          </a:p>
          <a:p xmlns:a="http://schemas.openxmlformats.org/drawingml/2006/main">
            <a:r>
              <a:t>void DiagInput_ElecInAllOff()</a:t>
            </a:r>
          </a:p>
          <a:p xmlns:a="http://schemas.openxmlformats.org/drawingml/2006/main">
            <a:r>
              <a:t>역할: 전기 입력 진단 감시 플래그 해제.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firmware/DF_Main/src/modules/DF_Main_Diagnostics.cpp:83</a:t>
            </a:r>
          </a:p>
          <a:p xmlns:a="http://schemas.openxmlformats.org/drawingml/2006/main">
            <a:r>
              <a:t>void DiagInput_ElecInAllOn()</a:t>
            </a:r>
          </a:p>
          <a:p xmlns:a="http://schemas.openxmlformats.org/drawingml/2006/main">
            <a:r>
              <a:t>역할: 전기 입력 진단 감시 플래그 설정.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firmware/DF_Main/src/modules/DF_Main_Diagnostics.cpp:93</a:t>
            </a:r>
          </a:p>
          <a:p xmlns:a="http://schemas.openxmlformats.org/drawingml/2006/main">
            <a:r>
              <a:t>void diagInput_Cat0(String _msg)</a:t>
            </a:r>
          </a:p>
          <a:p xmlns:a="http://schemas.openxmlformats.org/drawingml/2006/main">
            <a:r>
              <a:t>역할: 전체 입력 진단 카테고리 명령 해석·감시 설정.</a:t>
            </a:r>
          </a:p>
          <a:p xmlns:a="http://schemas.openxmlformats.org/drawingml/2006/main">
            <a:r>
              <a:t>본문 직접 호출명(정적 추출): _msg.substring, toInt, diagInput_AllOff, LogPrintln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firmware/DF_Main/src/modules/DF_Main_Diagnostics.cpp:113</a:t>
            </a:r>
          </a:p>
          <a:p xmlns:a="http://schemas.openxmlformats.org/drawingml/2006/main">
            <a:r>
              <a:t>void diagIput_Cat1(String _msg)</a:t>
            </a:r>
          </a:p>
          <a:p xmlns:a="http://schemas.openxmlformats.org/drawingml/2006/main">
            <a:r>
              <a:t>역할: 보드 입력 진단 카테고리 명령 해석·감시 설정.</a:t>
            </a:r>
          </a:p>
          <a:p xmlns:a="http://schemas.openxmlformats.org/drawingml/2006/main">
            <a:r>
              <a:t>본문 직접 호출명(정적 추출): _msg.substring, toInt, diagInput_BoardInAllOff, diagInput_BoardInAllOn, LogPrintln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firmware/DF_Main/src/modules/DF_Main_Diagnostics.cpp:210</a:t>
            </a:r>
          </a:p>
          <a:p xmlns:a="http://schemas.openxmlformats.org/drawingml/2006/main">
            <a:r>
              <a:t>void diagInput_Cat3(String _msg)</a:t>
            </a:r>
          </a:p>
          <a:p xmlns:a="http://schemas.openxmlformats.org/drawingml/2006/main">
            <a:r>
              <a:t>역할: 모터 입력 진단 카테고리 명령 해석·감시 설정.</a:t>
            </a:r>
          </a:p>
          <a:p xmlns:a="http://schemas.openxmlformats.org/drawingml/2006/main">
            <a:r>
              <a:t>본문 직접 호출명(정적 추출): _msg.substring, toInt, DiagInput_MotInAllOff, DiagInput_MotInAllOn, DiagInput_MainEcoderInAllOn, LogPrintln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C:/Projects/VS/DF_FW_Code/CodexManage/firmware/DF_Main/src/modules/DF_Main_Diagnostics.cpp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firmware/DF_Main/src/modules/DF_Main_Diagnostics.cpp:321</a:t>
            </a:r>
          </a:p>
          <a:p xmlns:a="http://schemas.openxmlformats.org/drawingml/2006/main">
            <a:r>
              <a:t>void diagInput_Cat5(String _msg)</a:t>
            </a:r>
          </a:p>
          <a:p xmlns:a="http://schemas.openxmlformats.org/drawingml/2006/main">
            <a:r>
              <a:t>역할: 전기 입력 진단 카테고리 명령 해석·감시 설정.</a:t>
            </a:r>
          </a:p>
          <a:p xmlns:a="http://schemas.openxmlformats.org/drawingml/2006/main">
            <a:r>
              <a:t>본문 직접 호출명(정적 추출): _msg.substring, toInt, DiagInput_ElecInAllOff, DiagInput_ElecInAllOn, LogPrintln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firmware/DF_Main/src/modules/DF_Main_Diagnostics.cpp:392</a:t>
            </a:r>
          </a:p>
          <a:p xmlns:a="http://schemas.openxmlformats.org/drawingml/2006/main">
            <a:r>
              <a:t>void diagInputTest(String _msg)</a:t>
            </a:r>
          </a:p>
          <a:p xmlns:a="http://schemas.openxmlformats.org/drawingml/2006/main">
            <a:r>
              <a:t>역할: 입력 진단 카테고리별 해석 함수로 전달.</a:t>
            </a:r>
          </a:p>
          <a:p xmlns:a="http://schemas.openxmlformats.org/drawingml/2006/main">
            <a:r>
              <a:t>본문 직접 호출명(정적 추출): _msg.substring, toInt, diagInput_Cat0, diagIput_Cat1, LogPrintln, diagInput_Cat3, diagInput_Cat5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firmware/DF_Main/src/modules/DF_Main_Diagnostics.cpp:475</a:t>
            </a:r>
          </a:p>
          <a:p xmlns:a="http://schemas.openxmlformats.org/drawingml/2006/main">
            <a:r>
              <a:t>void diagOutput_AllOff()</a:t>
            </a:r>
          </a:p>
          <a:p xmlns:a="http://schemas.openxmlformats.org/drawingml/2006/main">
            <a:r>
              <a:t>역할: 보드 출력 진단 초기화 함수 호출.</a:t>
            </a:r>
          </a:p>
          <a:p xmlns:a="http://schemas.openxmlformats.org/drawingml/2006/main">
            <a:r>
              <a:t>본문 직접 호출명(정적 추출): diagOutput_BoardOutAllOff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firmware/DF_Main/src/modules/DF_Main_Diagnostics.cpp:480</a:t>
            </a:r>
          </a:p>
          <a:p xmlns:a="http://schemas.openxmlformats.org/drawingml/2006/main">
            <a:r>
              <a:t>void diagOutput_BoardOutAllOff()</a:t>
            </a:r>
          </a:p>
          <a:p xmlns:a="http://schemas.openxmlformats.org/drawingml/2006/main">
            <a:r>
              <a:t>역할: 보드 출력 진단 값을 초기화.</a:t>
            </a:r>
          </a:p>
          <a:p xmlns:a="http://schemas.openxmlformats.org/drawingml/2006/main">
            <a:r>
              <a:t>본문 직접 호출명(정적 추출): setRGBcolor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firmware/DF_Main/src/modules/DF_Main_Diagnostics.cpp:486</a:t>
            </a:r>
          </a:p>
          <a:p xmlns:a="http://schemas.openxmlformats.org/drawingml/2006/main">
            <a:r>
              <a:t>void setRGBcolor(int pos, int Color)</a:t>
            </a:r>
          </a:p>
          <a:p xmlns:a="http://schemas.openxmlformats.org/drawingml/2006/main">
            <a:r>
              <a:t>역할: 지정 위치의 RGB 제어 색상값 설정.</a:t>
            </a:r>
          </a:p>
          <a:p xmlns:a="http://schemas.openxmlformats.org/drawingml/2006/main">
            <a:r>
              <a:t>본문 직접 호출명(정적 추출): LogPrintln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firmware/DF_Main/src/modules/DF_Main_Diagnostics.cpp:500</a:t>
            </a:r>
          </a:p>
          <a:p xmlns:a="http://schemas.openxmlformats.org/drawingml/2006/main">
            <a:r>
              <a:t>void setOutRGBcolor(int pos, int Color)</a:t>
            </a:r>
          </a:p>
          <a:p xmlns:a="http://schemas.openxmlformats.org/drawingml/2006/main">
            <a:r>
              <a:t>역할: 지정 위치의 실제 출력 RGB 값을 갱신.</a:t>
            </a:r>
          </a:p>
          <a:p xmlns:a="http://schemas.openxmlformats.org/drawingml/2006/main">
            <a:r>
              <a:t>본문 직접 호출명(정적 추출): LogPrintln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C:/Projects/VS/DF_FW_Code/CodexManage/firmware/DF_Main/src/modules/DF_Main_Diagnostics.cpp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firmware/DF_Main/src/modules/DF_Main_Diagnostics.cpp:520</a:t>
            </a:r>
          </a:p>
          <a:p xmlns:a="http://schemas.openxmlformats.org/drawingml/2006/main">
            <a:r>
              <a:t>void diagLmMotor_TimeoutStart(unsigned int _time)</a:t>
            </a:r>
          </a:p>
          <a:p xmlns:a="http://schemas.openxmlformats.org/drawingml/2006/main">
            <a:r>
              <a:t>역할: LM 진단 출력 timeout 상태 시작.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firmware/DF_Main/src/modules/DF_Main_Diagnostics.cpp:527</a:t>
            </a:r>
          </a:p>
          <a:p xmlns:a="http://schemas.openxmlformats.org/drawingml/2006/main">
            <a:r>
              <a:t>void diagLmMotor_TimeOutStop()</a:t>
            </a:r>
          </a:p>
          <a:p xmlns:a="http://schemas.openxmlformats.org/drawingml/2006/main">
            <a:r>
              <a:t>역할: LM 진단 timeout 상태 정지.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firmware/DF_Main/src/modules/DF_Main_Diagnostics.cpp:534</a:t>
            </a:r>
          </a:p>
          <a:p xmlns:a="http://schemas.openxmlformats.org/drawingml/2006/main">
            <a:r>
              <a:t>void diagLmMotor_TimeoutControl()</a:t>
            </a:r>
          </a:p>
          <a:p xmlns:a="http://schemas.openxmlformats.org/drawingml/2006/main">
            <a:r>
              <a:t>역할: LM 진단 timeout 도달 시 모터 정지.</a:t>
            </a:r>
          </a:p>
          <a:p xmlns:a="http://schemas.openxmlformats.org/drawingml/2006/main">
            <a:r>
              <a:t>본문 직접 호출명(정적 추출): setTO, checkTO, lmMotOff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firmware/DF_Main/src/modules/DF_Main_Diagnostics.cpp:574</a:t>
            </a:r>
          </a:p>
          <a:p xmlns:a="http://schemas.openxmlformats.org/drawingml/2006/main">
            <a:r>
              <a:t>void diagBbnMotor_TimeoutStart(unsigned int _time)</a:t>
            </a:r>
          </a:p>
          <a:p xmlns:a="http://schemas.openxmlformats.org/drawingml/2006/main">
            <a:r>
              <a:t>역할: 보빈 진단 출력의 제한 시간 설정.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firmware/DF_Main/src/modules/DF_Main_Diagnostics.cpp:591</a:t>
            </a:r>
          </a:p>
          <a:p xmlns:a="http://schemas.openxmlformats.org/drawingml/2006/main">
            <a:r>
              <a:t>void diagBbnMotor_TimeoutControl()</a:t>
            </a:r>
          </a:p>
          <a:p xmlns:a="http://schemas.openxmlformats.org/drawingml/2006/main">
            <a:r>
              <a:t>역할: 보빈 진단 출력 timeout 감시·정지.</a:t>
            </a:r>
          </a:p>
          <a:p xmlns:a="http://schemas.openxmlformats.org/drawingml/2006/main">
            <a:r>
              <a:t>본문 직접 호출명(정적 추출): setTO, checkTO, bbnBldcOff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firmware/DF_Main/src/modules/DF_Main_Diagnostics.cpp:625</a:t>
            </a:r>
          </a:p>
          <a:p xmlns:a="http://schemas.openxmlformats.org/drawingml/2006/main">
            <a:r>
              <a:t>void daigBbnMotor_TokTokEnd()</a:t>
            </a:r>
          </a:p>
          <a:p xmlns:a="http://schemas.openxmlformats.org/drawingml/2006/main">
            <a:r>
              <a:t>역할: 보빈 TokTok 시험을 종료하고 BLDC 정지.</a:t>
            </a:r>
          </a:p>
          <a:p xmlns:a="http://schemas.openxmlformats.org/drawingml/2006/main">
            <a:r>
              <a:t>본문 직접 호출명(정적 추출): bbnMotor.offBldc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C:/Projects/VS/DF_FW_Code/CodexManage/firmware/DF_Main/src/modules/DF_Main_Diagnostics.cpp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firmware/DF_Main/src/modules/DF_Main_Diagnostics.cpp:633</a:t>
            </a:r>
          </a:p>
          <a:p xmlns:a="http://schemas.openxmlformats.org/drawingml/2006/main">
            <a:r>
              <a:t>void diagBbnMotor_TokTokStart(unsigned int _ackKind, unsigned int _cnt)</a:t>
            </a:r>
          </a:p>
          <a:p xmlns:a="http://schemas.openxmlformats.org/drawingml/2006/main">
            <a:r>
              <a:t>역할: 보빈 TokTok 시험 횟수·상태 초기화.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firmware/DF_Main/src/modules/DF_Main_Diagnostics.cpp:653</a:t>
            </a:r>
          </a:p>
          <a:p xmlns:a="http://schemas.openxmlformats.org/drawingml/2006/main">
            <a:r>
              <a:t>void diagBbnMotor_TokTokControl(unsigned _opKind) //_ak : Action Kind</a:t>
            </a:r>
          </a:p>
          <a:p xmlns:a="http://schemas.openxmlformats.org/drawingml/2006/main">
            <a:r>
              <a:t>역할: 보빈 TokTok 시험의 출력·대기 단계를 진행.</a:t>
            </a:r>
          </a:p>
          <a:p xmlns:a="http://schemas.openxmlformats.org/drawingml/2006/main">
            <a:r>
              <a:t>본문 직접 호출명(정적 추출): setTO, bbnMotor.onBldc, checkTO, bbnMotor.offBldc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firmware/DF_Main/src/modules/DF_Main_Diagnostics.cpp:725</a:t>
            </a:r>
          </a:p>
          <a:p xmlns:a="http://schemas.openxmlformats.org/drawingml/2006/main">
            <a:r>
              <a:t>void diagOut_Cat1(String _msg)</a:t>
            </a:r>
          </a:p>
          <a:p xmlns:a="http://schemas.openxmlformats.org/drawingml/2006/main">
            <a:r>
              <a:t>역할: 보드 출력 진단 요청을 해석해 직접 출력·제한 시간 설정.</a:t>
            </a:r>
          </a:p>
          <a:p xmlns:a="http://schemas.openxmlformats.org/drawingml/2006/main">
            <a:r>
              <a:t>본문 직접 호출명(정적 추출): _msg.substring, toInt, diagOutput_BoardOutAllOff, LogPrintln, digitalWrite, debugPort_Off, debugPort_On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firmware/DF_Main/src/modules/DF_Main_Diagnostics.cpp:829</a:t>
            </a:r>
          </a:p>
          <a:p xmlns:a="http://schemas.openxmlformats.org/drawingml/2006/main">
            <a:r>
              <a:t>void diagOut_Cat3(String _msg)</a:t>
            </a:r>
          </a:p>
          <a:p xmlns:a="http://schemas.openxmlformats.org/drawingml/2006/main">
            <a:r>
              <a:t>역할: 모터 출력 진단 요청을 해석해 직접 출력·제한 시간 설정.</a:t>
            </a:r>
          </a:p>
          <a:p xmlns:a="http://schemas.openxmlformats.org/drawingml/2006/main">
            <a:r>
              <a:t>본문 직접 호출명(정적 추출): _msg.substring, toInt, torqMotor.setValue, bbnMotor.offBldc, LogPrintln, String, bbnMotor.onBldc, diagBbnMotor_TimeoutStart, digitalWrite, daigBbnMotor_TokTokEnd, diagBbnMotor_TokTokStart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firmware/DF_Main/src/modules/DF_Main_Diagnostics.cpp:998</a:t>
            </a:r>
          </a:p>
          <a:p xmlns:a="http://schemas.openxmlformats.org/drawingml/2006/main">
            <a:r>
              <a:t>void diagOutputTest(String _msg)</a:t>
            </a:r>
          </a:p>
          <a:p xmlns:a="http://schemas.openxmlformats.org/drawingml/2006/main">
            <a:r>
              <a:t>역할: 출력 진단 카테고리를 해석해 장치 제어로 전달.</a:t>
            </a:r>
          </a:p>
          <a:p xmlns:a="http://schemas.openxmlformats.org/drawingml/2006/main">
            <a:r>
              <a:t>본문 직접 호출명(정적 추출): _msg.substring, toInt, diagOutput_AllOff, LogPrintln, diagOut_Cat1, extLed_AllOff, extLed.off, extLed.on, setRGBcolor, extLed.RGBon, diagOut_Cat3, subAcOff_WithOtherOff, subAC_On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firmware/DF_Main/src/modules/DF_Main_Diagnostics.cpp:1214</a:t>
            </a:r>
          </a:p>
          <a:p xmlns:a="http://schemas.openxmlformats.org/drawingml/2006/main">
            <a:r>
              <a:t>void findDiagCode(String msg, stDiagCode code)</a:t>
            </a:r>
          </a:p>
          <a:p xmlns:a="http://schemas.openxmlformats.org/drawingml/2006/main">
            <a:r>
              <a:t>역할: 진단 문자열을 카테고리·코드 항목으로 분리.</a:t>
            </a:r>
          </a:p>
          <a:p xmlns:a="http://schemas.openxmlformats.org/drawingml/2006/main">
            <a:r>
              <a:t>본문 직접 호출명(정적 추출): msg.substring, toInt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C:/Projects/VS/DF_FW_Code/CodexManage/firmware/DF_Main/src/modules/DF_Main_Diagnostics.cpp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firmware/DF_Main/src/modules/DF_Main_Diagnostics.cpp:1226</a:t>
            </a:r>
          </a:p>
          <a:p xmlns:a="http://schemas.openxmlformats.org/drawingml/2006/main">
            <a:r>
              <a:t>int controlDiagInput(String msg)</a:t>
            </a:r>
          </a:p>
          <a:p xmlns:a="http://schemas.openxmlformats.org/drawingml/2006/main">
            <a:r>
              <a:t>역할: 진단 코드 분리 함수를 호출하는 기존 입력 경로.</a:t>
            </a:r>
          </a:p>
          <a:p xmlns:a="http://schemas.openxmlformats.org/drawingml/2006/main">
            <a:r>
              <a:t>본문 직접 호출명(정적 추출): findDiagCode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firmware/DF_Main/src/modules/DF_Main_Diagnostics.cpp:1234</a:t>
            </a:r>
          </a:p>
          <a:p xmlns:a="http://schemas.openxmlformats.org/drawingml/2006/main">
            <a:r>
              <a:t>int controlDiagOutput(String msg)</a:t>
            </a:r>
          </a:p>
          <a:p xmlns:a="http://schemas.openxmlformats.org/drawingml/2006/main">
            <a:r>
              <a:t>역할: 진단 코드 분리 함수를 호출하는 기존 출력 경로.</a:t>
            </a:r>
          </a:p>
          <a:p xmlns:a="http://schemas.openxmlformats.org/drawingml/2006/main">
            <a:r>
              <a:t>본문 직접 호출명(정적 추출): findDiagCode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firmware/DF_Main/src/modules/DF_Main_Diagnostics.cpp:1245</a:t>
            </a:r>
          </a:p>
          <a:p xmlns:a="http://schemas.openxmlformats.org/drawingml/2006/main">
            <a:r>
              <a:t>void diagOutAllOff()</a:t>
            </a:r>
          </a:p>
          <a:p xmlns:a="http://schemas.openxmlformats.org/drawingml/2006/main">
            <a:r>
              <a:t>역할: 진단 중 토크모터와 보빈 모터 정지.</a:t>
            </a:r>
          </a:p>
          <a:p xmlns:a="http://schemas.openxmlformats.org/drawingml/2006/main">
            <a:r>
              <a:t>본문 직접 호출명(정적 추출): torqMotor.setValue, bbnMotor.offBldc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firmware/DF_Main/src/modules/DF_Main_Diagnostics.cpp:1260</a:t>
            </a:r>
          </a:p>
          <a:p xmlns:a="http://schemas.openxmlformats.org/drawingml/2006/main">
            <a:r>
              <a:t>void Set_WaveData( String msg)</a:t>
            </a:r>
          </a:p>
          <a:p xmlns:a="http://schemas.openxmlformats.org/drawingml/2006/main">
            <a:r>
              <a:t>역할: Wave 시험 파라미터를 해석하고 현재 출력값 반영.</a:t>
            </a:r>
          </a:p>
          <a:p xmlns:a="http://schemas.openxmlformats.org/drawingml/2006/main">
            <a:r>
              <a:t>본문 직접 호출명(정적 추출): msg.charAt, msg.substring, toInt, waveType_TorqSet, torqMotor.setValue, bbnMotor.offBldc,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firmware/DF_Main/src/modules/DF_Main_Diagnostics.cpp:1419</a:t>
            </a:r>
          </a:p>
          <a:p xmlns:a="http://schemas.openxmlformats.org/drawingml/2006/main">
            <a:r>
              <a:t>void Set_BiteData( String msg)</a:t>
            </a:r>
          </a:p>
          <a:p xmlns:a="http://schemas.openxmlformats.org/drawingml/2006/main">
            <a:r>
              <a:t>역할: Bite 패턴 설정값 해석·갱신.</a:t>
            </a:r>
          </a:p>
          <a:p xmlns:a="http://schemas.openxmlformats.org/drawingml/2006/main">
            <a:r>
              <a:t>본문 직접 호출명(정적 추출): msg.charAt, msg.substring, toInt,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firmware/DF_Main/src/modules/DF_Main_Diagnostics.cpp:1550</a:t>
            </a:r>
          </a:p>
          <a:p xmlns:a="http://schemas.openxmlformats.org/drawingml/2006/main">
            <a:r>
              <a:t>void Set_HitData(String msg)</a:t>
            </a:r>
          </a:p>
          <a:p xmlns:a="http://schemas.openxmlformats.org/drawingml/2006/main">
            <a:r>
              <a:t>역할: Hit 패턴 설정값 해석·갱신.</a:t>
            </a:r>
          </a:p>
          <a:p xmlns:a="http://schemas.openxmlformats.org/drawingml/2006/main">
            <a:r>
              <a:t>본문 직접 호출명(정적 추출): msg.charAt, msg.substring, toInt,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C:/Projects/VS/DF_FW_Code/CodexManage/firmware/DF_Main/src/modules/DF_Main_Diagnostics.cpp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firmware/DF_Main/src/modules/DF_Main_Diagnostics.cpp:1674</a:t>
            </a:r>
          </a:p>
          <a:p xmlns:a="http://schemas.openxmlformats.org/drawingml/2006/main">
            <a:r>
              <a:t>void Set_BreakData( String msg)</a:t>
            </a:r>
          </a:p>
          <a:p xmlns:a="http://schemas.openxmlformats.org/drawingml/2006/main">
            <a:r>
              <a:t>역할: 브레이크 패턴 설정값 해석·갱신.</a:t>
            </a:r>
          </a:p>
          <a:p xmlns:a="http://schemas.openxmlformats.org/drawingml/2006/main">
            <a:r>
              <a:t>본문 직접 호출명(정적 추출): msg.charAt, LogPrintln, String, msg.substring, toInt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firmware/DF_Main/src/modules/DF_Main_Diagnostics.cpp:1721</a:t>
            </a:r>
          </a:p>
          <a:p xmlns:a="http://schemas.openxmlformats.org/drawingml/2006/main">
            <a:r>
              <a:t>void Set_ExtledData(String msg)</a:t>
            </a:r>
          </a:p>
          <a:p xmlns:a="http://schemas.openxmlformats.org/drawingml/2006/main">
            <a:r>
              <a:t>역할: 외부 LED 허용·디밍 시간·유지 횟수 설정.</a:t>
            </a:r>
          </a:p>
          <a:p xmlns:a="http://schemas.openxmlformats.org/drawingml/2006/main">
            <a:r>
              <a:t>본문 직접 호출명(정적 추출): msg.charAt, msg.substring, toInt,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firmware/DF_Main/src/modules/DF_Main_Diagnostics.cpp:1825</a:t>
            </a:r>
          </a:p>
          <a:p xmlns:a="http://schemas.openxmlformats.org/drawingml/2006/main">
            <a:r>
              <a:t>void Set_BbnTokTokData( String msg)</a:t>
            </a:r>
          </a:p>
          <a:p xmlns:a="http://schemas.openxmlformats.org/drawingml/2006/main">
            <a:r>
              <a:t>역할: 보빈 TokTok 출력·반복 파라미터 설정.</a:t>
            </a:r>
          </a:p>
          <a:p xmlns:a="http://schemas.openxmlformats.org/drawingml/2006/main">
            <a:r>
              <a:t>본문 직접 호출명(정적 추출): msg.charAt, msg.substring, toInt,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firmware/DF_Main/src/modules/DF_Main_Diagnostics.cpp:1916</a:t>
            </a:r>
          </a:p>
          <a:p xmlns:a="http://schemas.openxmlformats.org/drawingml/2006/main">
            <a:r>
              <a:t>void Set_TorqAdjValData( String msg)</a:t>
            </a:r>
          </a:p>
          <a:p xmlns:a="http://schemas.openxmlformats.org/drawingml/2006/main">
            <a:r>
              <a:t>역할: 토크 보정 파라미터 설정.</a:t>
            </a:r>
          </a:p>
          <a:p xmlns:a="http://schemas.openxmlformats.org/drawingml/2006/main">
            <a:r>
              <a:t>본문 직접 호출명(정적 추출): msg.charAt, LogPrintln, String, msg.substring, toInt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firmware/DF_Main/src/modules/DF_Main_Diagnostics.cpp:1976</a:t>
            </a:r>
          </a:p>
          <a:p xmlns:a="http://schemas.openxmlformats.org/drawingml/2006/main">
            <a:r>
              <a:t>void Set_LedValue( String msg)</a:t>
            </a:r>
          </a:p>
          <a:p xmlns:a="http://schemas.openxmlformats.org/drawingml/2006/main">
            <a:r>
              <a:t>역할: LED 밝기 및 관련 설정값 해석·갱신.</a:t>
            </a:r>
          </a:p>
          <a:p xmlns:a="http://schemas.openxmlformats.org/drawingml/2006/main">
            <a:r>
              <a:t>본문 직접 호출명(정적 추출): msg.charAt, msg.substring, toInt,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firmware/DF_Main/src/modules/DF_Main_Diagnostics.cpp:2034</a:t>
            </a:r>
          </a:p>
          <a:p xmlns:a="http://schemas.openxmlformats.org/drawingml/2006/main">
            <a:r>
              <a:t>void Set_TorqHitHoldOn( String msg)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C:/Projects/VS/DF_FW_Code/CodexManage/firmware/DF_Main/src/modules/DF_Main_Diagnostics.cpp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firmware/DF_Main/src/modules/DF_Main_Diagnostics.cpp:2040</a:t>
            </a:r>
          </a:p>
          <a:p xmlns:a="http://schemas.openxmlformats.org/drawingml/2006/main">
            <a:r>
              <a:t>void Set_EnbData( String msg)</a:t>
            </a:r>
          </a:p>
          <a:p xmlns:a="http://schemas.openxmlformats.org/drawingml/2006/main">
            <a:r>
              <a:t>역할: 제어 기능 허용 플래그 해석·갱신.</a:t>
            </a:r>
          </a:p>
          <a:p xmlns:a="http://schemas.openxmlformats.org/drawingml/2006/main">
            <a:r>
              <a:t>본문 직접 호출명(정적 추출): msg.charAt, LogPrintln, String, msg.substring, toInt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firmware/DF_Main/src/modules/DF_Main_Diagnostics.cpp:2097</a:t>
            </a:r>
          </a:p>
          <a:p xmlns:a="http://schemas.openxmlformats.org/drawingml/2006/main">
            <a:r>
              <a:t>void subAcOff_WithOtherOff()</a:t>
            </a:r>
          </a:p>
          <a:p xmlns:a="http://schemas.openxmlformats.org/drawingml/2006/main">
            <a:r>
              <a:t>역할: 보조 AC와 연관 외부 LED를 정지.</a:t>
            </a:r>
          </a:p>
          <a:p xmlns:a="http://schemas.openxmlformats.org/drawingml/2006/main">
            <a:r>
              <a:t>본문 직접 호출명(정적 추출): subAC_Off, ledOff_MbCent, ledOff_MbBtm, ledOff_OptLeft, ledOff_OptRight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firmware/DF_Main/src/modules/DF_Main_Diagnostics.cpp:2109</a:t>
            </a:r>
          </a:p>
          <a:p xmlns:a="http://schemas.openxmlformats.org/drawingml/2006/main">
            <a:r>
              <a:t>int CheckAppCmd()</a:t>
            </a:r>
          </a:p>
          <a:p xmlns:a="http://schemas.openxmlformats.org/drawingml/2006/main">
            <a:r>
              <a:t>역할: AP 종료 명령 플래그와 경과 시간을 검사.</a:t>
            </a:r>
          </a:p>
          <a:p xmlns:a="http://schemas.openxmlformats.org/drawingml/2006/main">
            <a:r>
              <a:t>본문 직접 호출명(정적 추출): checkTO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firmware/DF_Main/src/modules/DF_Main_Diagnostics.cpp:2123</a:t>
            </a:r>
          </a:p>
          <a:p xmlns:a="http://schemas.openxmlformats.org/drawingml/2006/main">
            <a:r>
              <a:t>int CheckPowerSwitch()</a:t>
            </a:r>
          </a:p>
          <a:p xmlns:a="http://schemas.openxmlformats.org/drawingml/2006/main">
            <a:r>
              <a:t>역할: 전원 스위치의 현재 제어 조건을 검사.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firmware/DF_Main/src/modules/DF_Main_Diagnostics.cpp:2146</a:t>
            </a:r>
          </a:p>
          <a:p xmlns:a="http://schemas.openxmlformats.org/drawingml/2006/main">
            <a:r>
              <a:t>void check_PowerSwitch_Change_10ms()</a:t>
            </a:r>
          </a:p>
          <a:p xmlns:a="http://schemas.openxmlformats.org/drawingml/2006/main">
            <a:r>
              <a:t>역할: 전원 스위치 변화에 맞춰 AC·USB·LED 부팅 상태 전환.</a:t>
            </a:r>
          </a:p>
          <a:p xmlns:a="http://schemas.openxmlformats.org/drawingml/2006/main">
            <a:r>
              <a:t>본문 직접 호출명(정적 추출): LogPrintln, SnsStr, CheckPowerSwitch, initSet_LedContVal, ledOn_MbBtm, checkTO, SerialPortEnable, extLed_AllOff, extLed_controlOff, SerialPortDisable, subAC_On, setTO, CheckAppCmd, StsSendPrintln, subAcOff_WithOtherOff,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C:/Projects/VS/DF_FW_Code/CodexManage/firmware/DF_Main/src/modules/DF_Main_Diagnostics.cpp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firmware/DF_Main/src/modules/DF_Main_GameControl.cpp:4</a:t>
            </a:r>
          </a:p>
          <a:p xmlns:a="http://schemas.openxmlformats.org/drawingml/2006/main">
            <a:r>
              <a:t>void apPatternReq_Bite_Hold()</a:t>
            </a:r>
          </a:p>
          <a:p xmlns:a="http://schemas.openxmlformats.org/drawingml/2006/main">
            <a:r>
              <a:t>역할: 활성 Bite/Hold 패턴을 순차 호출.</a:t>
            </a:r>
          </a:p>
          <a:p xmlns:a="http://schemas.openxmlformats.org/drawingml/2006/main">
            <a:r>
              <a:t>본문 직접 호출명(정적 추출): execBite_ptn1_Control, execBite_ptn2_Control, execBite_ptn3_Control, execHoldon_ptn1_BldcControl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firmware/DF_Main/src/modules/DF_Main_GameControl.cpp:42</a:t>
            </a:r>
          </a:p>
          <a:p xmlns:a="http://schemas.openxmlformats.org/drawingml/2006/main">
            <a:r>
              <a:t>void testHand()</a:t>
            </a:r>
          </a:p>
          <a:p xmlns:a="http://schemas.openxmlformats.org/drawingml/2006/main">
            <a:r>
              <a:t>역할: 시험 플래그에 따라 Wave/Bite/Hit 결과 처리 호출.</a:t>
            </a:r>
          </a:p>
          <a:p xmlns:a="http://schemas.openxmlformats.org/drawingml/2006/main">
            <a:r>
              <a:t>본문 직접 호출명(정적 추출): execWave_torque, execWave_bbn, execWave_bbn_Torq, execWave_torq_bbn, LogPrintln, String, execBite_torque_justTarget, execBite_torque_incTarget, execBite_torquewf_Control, execHiting, execSuccessFail, clear_ExecFlag, motor_AllDefault, motor_AllOff, reelOut_AllOff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firmware/DF_Main/src/modules/DF_Main_GameControl.cpp:165</a:t>
            </a:r>
          </a:p>
          <a:p xmlns:a="http://schemas.openxmlformats.org/drawingml/2006/main">
            <a:r>
              <a:t>void diagInputMonitor()</a:t>
            </a:r>
          </a:p>
          <a:p xmlns:a="http://schemas.openxmlformats.org/drawingml/2006/main">
            <a:r>
              <a:t>역할: 입력 변경을 감시하고 진단 상태를 AP/로그로 출력.</a:t>
            </a:r>
          </a:p>
          <a:p xmlns:a="http://schemas.openxmlformats.org/drawingml/2006/main">
            <a:r>
              <a:t>본문 직접 호출명(정적 추출): digitalRead, ApPrintln, String, LogPrintln, fillZero2StringSign4Char, stringSign6Char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firmware/DF_Main/src/modules/DF_Main_GameControl.cpp:333</a:t>
            </a:r>
          </a:p>
          <a:p xmlns:a="http://schemas.openxmlformats.org/drawingml/2006/main">
            <a:r>
              <a:t>void diagInputMotorSensorAllOff()</a:t>
            </a:r>
          </a:p>
          <a:p xmlns:a="http://schemas.openxmlformats.org/drawingml/2006/main">
            <a:r>
              <a:t>역할: 모터 센서 입력 감시 플래그 초기화.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firmware/DF_Main/src/modules/DF_Main_GameControl.cpp:353</a:t>
            </a:r>
          </a:p>
          <a:p xmlns:a="http://schemas.openxmlformats.org/drawingml/2006/main">
            <a:r>
              <a:t>int randomNum(int min, int max)</a:t>
            </a:r>
          </a:p>
          <a:p xmlns:a="http://schemas.openxmlformats.org/drawingml/2006/main">
            <a:r>
              <a:t>역할: 지정 범위에 사용할 의사난수 값 계산.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firmware/DF_Main/src/modules/DF_Main_GameControl.cpp:361</a:t>
            </a:r>
          </a:p>
          <a:p xmlns:a="http://schemas.openxmlformats.org/drawingml/2006/main">
            <a:r>
              <a:t>void biteType_TorqSet(int _fishKind)</a:t>
            </a:r>
          </a:p>
          <a:p xmlns:a="http://schemas.openxmlformats.org/drawingml/2006/main">
            <a:r>
              <a:t>역할: 물고기 종류에 따라 Bite 목표 토크 설정.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C:/Projects/VS/DF_FW_Code/CodexManage/firmware/DF_Main/src/modules/DF_Main_GameControl.cpp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firmware/DF_Main/src/modules/DF_Main_GameControl.cpp:374</a:t>
            </a:r>
          </a:p>
          <a:p xmlns:a="http://schemas.openxmlformats.org/drawingml/2006/main">
            <a:r>
              <a:t>int fishKind_autoFromBreak(int breakval)</a:t>
            </a:r>
          </a:p>
          <a:p xmlns:a="http://schemas.openxmlformats.org/drawingml/2006/main">
            <a:r>
              <a:t>역할: 브레이크 설정값을 물고기 종류로 환산.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firmware/DF_Main/src/modules/DF_Main_GameControl.cpp:391</a:t>
            </a:r>
          </a:p>
          <a:p xmlns:a="http://schemas.openxmlformats.org/drawingml/2006/main">
            <a:r>
              <a:t>int fishKind_FromKg(double fishKg)</a:t>
            </a:r>
          </a:p>
          <a:p xmlns:a="http://schemas.openxmlformats.org/drawingml/2006/main">
            <a:r>
              <a:t>역할: 물고기 중량에 맞는 종류/레벨 선택.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firmware/DF_Main/src/modules/DF_Main_GameControl.cpp:413</a:t>
            </a:r>
          </a:p>
          <a:p xmlns:a="http://schemas.openxmlformats.org/drawingml/2006/main">
            <a:r>
              <a:t>void execWave_servo()</a:t>
            </a:r>
          </a:p>
          <a:p xmlns:a="http://schemas.openxmlformats.org/drawingml/2006/main">
            <a:r>
              <a:t>역할: Wave 서보 목표 각도와 대기 단계를 진행.</a:t>
            </a:r>
          </a:p>
          <a:p xmlns:a="http://schemas.openxmlformats.org/drawingml/2006/main">
            <a:r>
              <a:t>본문 직접 호출명(정적 추출): setTO, checkTO, sMotor.setAngle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firmware/DF_Main/src/modules/DF_Main_GameControl.cpp:473</a:t>
            </a:r>
          </a:p>
          <a:p xmlns:a="http://schemas.openxmlformats.org/drawingml/2006/main">
            <a:r>
              <a:t>void execWave_torque()</a:t>
            </a:r>
          </a:p>
          <a:p xmlns:a="http://schemas.openxmlformats.org/drawingml/2006/main">
            <a:r>
              <a:t>역할: Wave 토크 출력의 반복·대기 단계를 진행.</a:t>
            </a:r>
          </a:p>
          <a:p xmlns:a="http://schemas.openxmlformats.org/drawingml/2006/main">
            <a:r>
              <a:t>본문 직접 호출명(정적 추출): setTO, checkTO, torqMotor.setValue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firmware/DF_Main/src/modules/DF_Main_GameControl.cpp:541</a:t>
            </a:r>
          </a:p>
          <a:p xmlns:a="http://schemas.openxmlformats.org/drawingml/2006/main">
            <a:r>
              <a:t>void execWave_bbn()</a:t>
            </a:r>
          </a:p>
          <a:p xmlns:a="http://schemas.openxmlformats.org/drawingml/2006/main">
            <a:r>
              <a:t>역할: 토크를 끄고 보빈 BLDC 정·역회전 패턴 실행.</a:t>
            </a:r>
          </a:p>
          <a:p xmlns:a="http://schemas.openxmlformats.org/drawingml/2006/main">
            <a:r>
              <a:t>본문 직접 호출명(정적 추출): torqMotor.setValue, setTO, checkTO, bbnMotor.onBldc, bbnMotor.offBldc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firmware/DF_Main/src/modules/DF_Main_GameControl.cpp:635</a:t>
            </a:r>
          </a:p>
          <a:p xmlns:a="http://schemas.openxmlformats.org/drawingml/2006/main">
            <a:r>
              <a:t>void execWave_bbn_Torq()</a:t>
            </a:r>
          </a:p>
          <a:p xmlns:a="http://schemas.openxmlformats.org/drawingml/2006/main">
            <a:r>
              <a:t>역할: 보빈 BLDC와 토크를 조합한 Wave 패턴 실행.</a:t>
            </a:r>
          </a:p>
          <a:p xmlns:a="http://schemas.openxmlformats.org/drawingml/2006/main">
            <a:r>
              <a:t>본문 직접 호출명(정적 추출): torqMotor.setValue, setTO, checkTO, bbnMotor.onBldc, bbnMotor.offBldc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C:/Projects/VS/DF_FW_Code/CodexManage/firmware/DF_Main/src/modules/DF_Main_GameControl.cpp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firmware/DF_Main/src/modules/DF_Main_GameControl.cpp:732</a:t>
            </a:r>
          </a:p>
          <a:p xmlns:a="http://schemas.openxmlformats.org/drawingml/2006/main">
            <a:r>
              <a:t>void execWave_torq_bbn_Start()</a:t>
            </a:r>
          </a:p>
          <a:p xmlns:a="http://schemas.openxmlformats.org/drawingml/2006/main">
            <a:r>
              <a:t>역할: 토크·보빈 조합 Wave 상태기계 시작.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firmware/DF_Main/src/modules/DF_Main_GameControl.cpp:741</a:t>
            </a:r>
          </a:p>
          <a:p xmlns:a="http://schemas.openxmlformats.org/drawingml/2006/main">
            <a:r>
              <a:t>void execWave_torq_bbn()</a:t>
            </a:r>
          </a:p>
          <a:p xmlns:a="http://schemas.openxmlformats.org/drawingml/2006/main">
            <a:r>
              <a:t>역할: 토크·보빈 출력과 시간 조건을 교대로 진행.</a:t>
            </a:r>
          </a:p>
          <a:p xmlns:a="http://schemas.openxmlformats.org/drawingml/2006/main">
            <a:r>
              <a:t>본문 직접 호출명(정적 추출): torqMotor.setValue, bbnMotor.onBldc, setTO, checkTO, bbnMotor.offBldc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firmware/DF_Main/src/modules/DF_Main_GameControl.cpp:829</a:t>
            </a:r>
          </a:p>
          <a:p xmlns:a="http://schemas.openxmlformats.org/drawingml/2006/main">
            <a:r>
              <a:t>void execBite_servo()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firmware/DF_Main/src/modules/DF_Main_GameControl.cpp:837</a:t>
            </a:r>
          </a:p>
          <a:p xmlns:a="http://schemas.openxmlformats.org/drawingml/2006/main">
            <a:r>
              <a:t>void execBite_torque_justTarget()</a:t>
            </a:r>
          </a:p>
          <a:p xmlns:a="http://schemas.openxmlformats.org/drawingml/2006/main">
            <a:r>
              <a:t>역할: 목표 토크 도달·유지·복귀 Bite 패턴 실행.</a:t>
            </a:r>
          </a:p>
          <a:p xmlns:a="http://schemas.openxmlformats.org/drawingml/2006/main">
            <a:r>
              <a:t>본문 직접 호출명(정적 추출): setTO, checkTO, torqMotor.setValue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firmware/DF_Main/src/modules/DF_Main_GameControl.cpp:926</a:t>
            </a:r>
          </a:p>
          <a:p xmlns:a="http://schemas.openxmlformats.org/drawingml/2006/main">
            <a:r>
              <a:t>void execBite_torque_incTarget()</a:t>
            </a:r>
          </a:p>
          <a:p xmlns:a="http://schemas.openxmlformats.org/drawingml/2006/main">
            <a:r>
              <a:t>역할: 시간에 따라 토크를 증가시키는 Bite 패턴 실행.</a:t>
            </a:r>
          </a:p>
          <a:p xmlns:a="http://schemas.openxmlformats.org/drawingml/2006/main">
            <a:r>
              <a:t>본문 직접 호출명(정적 추출): setTO, checkTO, torqMotor.setValue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firmware/DF_Main/src/modules/DF_Main_GameControl.cpp:1032</a:t>
            </a:r>
          </a:p>
          <a:p xmlns:a="http://schemas.openxmlformats.org/drawingml/2006/main">
            <a:r>
              <a:t>void rdyincTorq_Stop()</a:t>
            </a:r>
          </a:p>
          <a:p xmlns:a="http://schemas.openxmlformats.org/drawingml/2006/main">
            <a:r>
              <a:t>역할: 준비 토크 증가 제어 정지.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C:/Projects/VS/DF_FW_Code/CodexManage/firmware/DF_Main/src/modules/DF_Main_GameControl.cpp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firmware/DF_Main/src/modules/DF_Main_GameControl.cpp:1041</a:t>
            </a:r>
          </a:p>
          <a:p xmlns:a="http://schemas.openxmlformats.org/drawingml/2006/main">
            <a:r>
              <a:t>void rdyincTorq_Start()</a:t>
            </a:r>
          </a:p>
          <a:p xmlns:a="http://schemas.openxmlformats.org/drawingml/2006/main">
            <a:r>
              <a:t>역할: 준비 토크 증가 제어 시작.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firmware/DF_Main/src/modules/DF_Main_GameControl.cpp:1048</a:t>
            </a:r>
          </a:p>
          <a:p xmlns:a="http://schemas.openxmlformats.org/drawingml/2006/main">
            <a:r>
              <a:t>void setReadyTorque_incTarget(int targetTorq, int incTime, int incTorq)</a:t>
            </a:r>
          </a:p>
          <a:p xmlns:a="http://schemas.openxmlformats.org/drawingml/2006/main">
            <a:r>
              <a:t>역할: 준비 토크 목표·증가 간격·증분 설정.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firmware/DF_Main/src/modules/DF_Main_GameControl.cpp:1060</a:t>
            </a:r>
          </a:p>
          <a:p xmlns:a="http://schemas.openxmlformats.org/drawingml/2006/main">
            <a:r>
              <a:t>void setReadyPosition_Start(int option)</a:t>
            </a:r>
          </a:p>
          <a:p xmlns:a="http://schemas.openxmlformats.org/drawingml/2006/main">
            <a:r>
              <a:t>역할: 준비 위치 요청을 토크 증가 조건으로 설정.</a:t>
            </a:r>
          </a:p>
          <a:p xmlns:a="http://schemas.openxmlformats.org/drawingml/2006/main">
            <a:r>
              <a:t>본문 직접 호출명(정적 추출): setReadyTorque_incTarget, rdyincTorq_Start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firmware/DF_Main/src/modules/DF_Main_GameControl.cpp:1090</a:t>
            </a:r>
          </a:p>
          <a:p xmlns:a="http://schemas.openxmlformats.org/drawingml/2006/main">
            <a:r>
              <a:t>void execReady_TorqControl()</a:t>
            </a:r>
          </a:p>
          <a:p xmlns:a="http://schemas.openxmlformats.org/drawingml/2006/main">
            <a:r>
              <a:t>역할: 준비 토크 증가 상태를 진행하고 완료 응답.</a:t>
            </a:r>
          </a:p>
          <a:p xmlns:a="http://schemas.openxmlformats.org/drawingml/2006/main">
            <a:r>
              <a:t>본문 직접 호출명(정적 추출): torqMotor.setValue, setTO, checkTO, Resp2ApPrintln, LogPrintln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firmware/DF_Main/src/modules/DF_Main_GameControl.cpp:1175</a:t>
            </a:r>
          </a:p>
          <a:p xmlns:a="http://schemas.openxmlformats.org/drawingml/2006/main">
            <a:r>
              <a:t>void execBite_BldcStart()</a:t>
            </a:r>
          </a:p>
          <a:p xmlns:a="http://schemas.openxmlformats.org/drawingml/2006/main">
            <a:r>
              <a:t>역할: Bite용 BLDC 상태 초기화·시작.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firmware/DF_Main/src/modules/DF_Main_GameControl.cpp:1184</a:t>
            </a:r>
          </a:p>
          <a:p xmlns:a="http://schemas.openxmlformats.org/drawingml/2006/main">
            <a:r>
              <a:t>void execBite_BldcControl()</a:t>
            </a:r>
          </a:p>
          <a:p xmlns:a="http://schemas.openxmlformats.org/drawingml/2006/main">
            <a:r>
              <a:t>역할: Bite용 보빈 BLDC ON/OFF 상태 진행.</a:t>
            </a:r>
          </a:p>
          <a:p xmlns:a="http://schemas.openxmlformats.org/drawingml/2006/main">
            <a:r>
              <a:t>본문 직접 호출명(정적 추출): setTO, bbnMotor.onBldc, checkTO, bbnMotor.offBldc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C:/Projects/VS/DF_FW_Code/CodexManage/firmware/DF_Main/src/modules/DF_Main_GameControl.cpp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firmware/DF_Main/src/modules/DF_Main_GameControl.cpp:1303</a:t>
            </a:r>
          </a:p>
          <a:p xmlns:a="http://schemas.openxmlformats.org/drawingml/2006/main">
            <a:r>
              <a:t>void execBite_torquewf_Start(int reqCnt)</a:t>
            </a:r>
          </a:p>
          <a:p xmlns:a="http://schemas.openxmlformats.org/drawingml/2006/main">
            <a:r>
              <a:t>역할: 지정 횟수의 토크 파형 Bite 시작.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firmware/DF_Main/src/modules/DF_Main_GameControl.cpp:1313</a:t>
            </a:r>
          </a:p>
          <a:p xmlns:a="http://schemas.openxmlformats.org/drawingml/2006/main">
            <a:r>
              <a:t>void execBite_torquewf_Control(int reqCnt)</a:t>
            </a:r>
          </a:p>
          <a:p xmlns:a="http://schemas.openxmlformats.org/drawingml/2006/main">
            <a:r>
              <a:t>역할: 토크 파형과 BLDC를 조합해 Bite 반복 실행.</a:t>
            </a:r>
          </a:p>
          <a:p xmlns:a="http://schemas.openxmlformats.org/drawingml/2006/main">
            <a:r>
              <a:t>본문 직접 호출명(정적 추출): setTO, checkTO, torqMotor.setValue, execBite_BldcStart, execBite_BldcControl, bbnMotor.offBldc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firmware/DF_Main/src/modules/DF_Main_GameControl.cpp:1484</a:t>
            </a:r>
          </a:p>
          <a:p xmlns:a="http://schemas.openxmlformats.org/drawingml/2006/main">
            <a:r>
              <a:t>void execBite_ptn1_Start()</a:t>
            </a:r>
          </a:p>
          <a:p xmlns:a="http://schemas.openxmlformats.org/drawingml/2006/main">
            <a:r>
              <a:t>역할: 얕은 입질 패턴 1 실행 플래그 설정.</a:t>
            </a:r>
          </a:p>
          <a:p xmlns:a="http://schemas.openxmlformats.org/drawingml/2006/main">
            <a:r>
              <a:t>본문 직접 호출명(정적 추출):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firmware/DF_Main/src/modules/DF_Main_GameControl.cpp:1493</a:t>
            </a:r>
          </a:p>
          <a:p xmlns:a="http://schemas.openxmlformats.org/drawingml/2006/main">
            <a:r>
              <a:t>void execBite_ptn2_Start()</a:t>
            </a:r>
          </a:p>
          <a:p xmlns:a="http://schemas.openxmlformats.org/drawingml/2006/main">
            <a:r>
              <a:t>역할: 깊은 입질 패턴 2 실행 플래그 설정.</a:t>
            </a:r>
          </a:p>
          <a:p xmlns:a="http://schemas.openxmlformats.org/drawingml/2006/main">
            <a:r>
              <a:t>본문 직접 호출명(정적 추출):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firmware/DF_Main/src/modules/DF_Main_GameControl.cpp:1501</a:t>
            </a:r>
          </a:p>
          <a:p xmlns:a="http://schemas.openxmlformats.org/drawingml/2006/main">
            <a:r>
              <a:t>void execBite_ptn3_Start()</a:t>
            </a:r>
          </a:p>
          <a:p xmlns:a="http://schemas.openxmlformats.org/drawingml/2006/main">
            <a:r>
              <a:t>역할: BLDC TokTok 입질 패턴 3 실행 플래그 설정.</a:t>
            </a:r>
          </a:p>
          <a:p xmlns:a="http://schemas.openxmlformats.org/drawingml/2006/main">
            <a:r>
              <a:t>본문 직접 호출명(정적 추출):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firmware/DF_Main/src/modules/DF_Main_GameControl.cpp:1508</a:t>
            </a:r>
          </a:p>
          <a:p xmlns:a="http://schemas.openxmlformats.org/drawingml/2006/main">
            <a:r>
              <a:t>void execBite_ptn_Flag_Clear()</a:t>
            </a:r>
          </a:p>
          <a:p xmlns:a="http://schemas.openxmlformats.org/drawingml/2006/main">
            <a:r>
              <a:t>역할: 입질 패턴 실행 플래그 일괄 해제.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C:/Projects/VS/DF_FW_Code/CodexManage/firmware/DF_Main/src/modules/DF_Main_GameControl.cpp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firmware/DF_Main/src/modules/DF_Main_GameControl.cpp:1518</a:t>
            </a:r>
          </a:p>
          <a:p xmlns:a="http://schemas.openxmlformats.org/drawingml/2006/main">
            <a:r>
              <a:t>void exeBiteFlag_Clr_check() // Bite Normal ENND</a:t>
            </a:r>
          </a:p>
          <a:p xmlns:a="http://schemas.openxmlformats.org/drawingml/2006/main">
            <a:r>
              <a:t>역할: 입질 패턴 종료 여부를 확인하고 공통 종료 호출.</a:t>
            </a:r>
          </a:p>
          <a:p xmlns:a="http://schemas.openxmlformats.org/drawingml/2006/main">
            <a:r>
              <a:t>본문 직접 호출명(정적 추출): execBite_ptn_Stop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firmware/DF_Main/src/modules/DF_Main_GameControl.cpp:1529</a:t>
            </a:r>
          </a:p>
          <a:p xmlns:a="http://schemas.openxmlformats.org/drawingml/2006/main">
            <a:r>
              <a:t>void execBite_ptn_Stop()</a:t>
            </a:r>
          </a:p>
          <a:p xmlns:a="http://schemas.openxmlformats.org/drawingml/2006/main">
            <a:r>
              <a:t>역할: 입질 출력·플래그를 정리하고 AP에 종료 응답.</a:t>
            </a:r>
          </a:p>
          <a:p xmlns:a="http://schemas.openxmlformats.org/drawingml/2006/main">
            <a:r>
              <a:t>본문 직접 호출명(정적 추출): execBite_ptn_Flag_Clear, bbnMotor.offBldc, torqMotor.setValue, send2resp_FwSelfControlCmd, LogPrintln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firmware/DF_Main/src/modules/DF_Main_GameControl.cpp:1545</a:t>
            </a:r>
          </a:p>
          <a:p xmlns:a="http://schemas.openxmlformats.org/drawingml/2006/main">
            <a:r>
              <a:t>void execBite_ptn1_Control()</a:t>
            </a:r>
          </a:p>
          <a:p xmlns:a="http://schemas.openxmlformats.org/drawingml/2006/main">
            <a:r>
              <a:t>역할: 얕은 입질의 토크·간격·횟수 상태 진행.</a:t>
            </a:r>
          </a:p>
          <a:p xmlns:a="http://schemas.openxmlformats.org/drawingml/2006/main">
            <a:r>
              <a:t>본문 직접 호출명(정적 추출): torqMotor.setValue, setTO, checkTO, exeBiteFlag_Clr_check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firmware/DF_Main/src/modules/DF_Main_GameControl.cpp:1624</a:t>
            </a:r>
          </a:p>
          <a:p xmlns:a="http://schemas.openxmlformats.org/drawingml/2006/main">
            <a:r>
              <a:t>void execBite_ptn2_Control()</a:t>
            </a:r>
          </a:p>
          <a:p xmlns:a="http://schemas.openxmlformats.org/drawingml/2006/main">
            <a:r>
              <a:t>역할: 깊은 입질의 목표·감소 토크와 시간 상태 진행.</a:t>
            </a:r>
          </a:p>
          <a:p xmlns:a="http://schemas.openxmlformats.org/drawingml/2006/main">
            <a:r>
              <a:t>본문 직접 호출명(정적 추출): torqMotor.setValue, setTO, checkTO, exeBiteFlag_Clr_check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firmware/DF_Main/src/modules/DF_Main_GameControl.cpp:1707</a:t>
            </a:r>
          </a:p>
          <a:p xmlns:a="http://schemas.openxmlformats.org/drawingml/2006/main">
            <a:r>
              <a:t>void execBite_ptn3_Control()</a:t>
            </a:r>
          </a:p>
          <a:p xmlns:a="http://schemas.openxmlformats.org/drawingml/2006/main">
            <a:r>
              <a:t>역할: 입질 TokTok BLDC 출력·시간·횟수 상태 진행.</a:t>
            </a:r>
          </a:p>
          <a:p xmlns:a="http://schemas.openxmlformats.org/drawingml/2006/main">
            <a:r>
              <a:t>본문 직접 호출명(정적 추출): bbnMotor.onBldc, setTO, checkTO, bbnMotor.offBldc, exeBiteFlag_Clr_check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firmware/DF_Main/src/modules/DF_Main_GameControl.cpp:1812</a:t>
            </a:r>
          </a:p>
          <a:p xmlns:a="http://schemas.openxmlformats.org/drawingml/2006/main">
            <a:r>
              <a:t>void execHit_BldcStart()</a:t>
            </a:r>
          </a:p>
          <a:p xmlns:a="http://schemas.openxmlformats.org/drawingml/2006/main">
            <a:r>
              <a:t>역할: 초기 Hit BLDC 패턴 시작.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C:/Projects/VS/DF_FW_Code/CodexManage/firmware/DF_Main/src/modules/DF_Main_GameControl.cpp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firmware/DF_Main/src/modules/DF_Main_GameControl.cpp:1820</a:t>
            </a:r>
          </a:p>
          <a:p xmlns:a="http://schemas.openxmlformats.org/drawingml/2006/main">
            <a:r>
              <a:t>void execHit_1st_BldcControl()</a:t>
            </a:r>
          </a:p>
          <a:p xmlns:a="http://schemas.openxmlformats.org/drawingml/2006/main">
            <a:r>
              <a:t>역할: 초기 Hit의 BLDC 출력·정지 반복 진행.</a:t>
            </a:r>
          </a:p>
          <a:p xmlns:a="http://schemas.openxmlformats.org/drawingml/2006/main">
            <a:r>
              <a:t>본문 직접 호출명(정적 추출): setTO, bbnMotor.onBldc, checkTO, bbnMotor.offBldc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firmware/DF_Main/src/modules/DF_Main_GameControl.cpp:1890</a:t>
            </a:r>
          </a:p>
          <a:p xmlns:a="http://schemas.openxmlformats.org/drawingml/2006/main">
            <a:r>
              <a:t>void execHiting()</a:t>
            </a:r>
          </a:p>
          <a:p xmlns:a="http://schemas.openxmlformats.org/drawingml/2006/main">
            <a:r>
              <a:t>역할: Hit 하위 패턴과 랜딩·저항·버티기 제어를 조합.</a:t>
            </a:r>
          </a:p>
          <a:p xmlns:a="http://schemas.openxmlformats.org/drawingml/2006/main">
            <a:r>
              <a:t>본문 직접 호출명(정적 추출): execHit_1st_BldcControl, execHit_ResistRandom_ToCheck, execRanding_Control, execHit_HoldOn_TorqControl, execHit_ResistTorqControl, execHit_BreakDecControl, execHit_FightBldcControl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firmware/DF_Main/src/modules/DF_Main_GameControl.cpp:1957</a:t>
            </a:r>
          </a:p>
          <a:p xmlns:a="http://schemas.openxmlformats.org/drawingml/2006/main">
            <a:r>
              <a:t>void execHit_FightBldcStop()</a:t>
            </a:r>
          </a:p>
          <a:p xmlns:a="http://schemas.openxmlformats.org/drawingml/2006/main">
            <a:r>
              <a:t>역할: Fight BLDC 패턴 플래그 해제 및 모터 정지.</a:t>
            </a:r>
          </a:p>
          <a:p xmlns:a="http://schemas.openxmlformats.org/drawingml/2006/main">
            <a:r>
              <a:t>본문 직접 호출명(정적 추출): bbnMotor.offBldc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firmware/DF_Main/src/modules/DF_Main_GameControl.cpp:1970</a:t>
            </a:r>
          </a:p>
          <a:p xmlns:a="http://schemas.openxmlformats.org/drawingml/2006/main">
            <a:r>
              <a:t>void execHit_FightBldcStart(unsigned _ptn) //_ak : Action Kind</a:t>
            </a:r>
          </a:p>
          <a:p xmlns:a="http://schemas.openxmlformats.org/drawingml/2006/main">
            <a:r>
              <a:t>역할: Fight BLDC 패턴 종류·시작 상태 설정.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firmware/DF_Main/src/modules/DF_Main_GameControl.cpp:1978</a:t>
            </a:r>
          </a:p>
          <a:p xmlns:a="http://schemas.openxmlformats.org/drawingml/2006/main">
            <a:r>
              <a:t>void execHit_FightBldcControl() //</a:t>
            </a:r>
          </a:p>
          <a:p xmlns:a="http://schemas.openxmlformats.org/drawingml/2006/main">
            <a:r>
              <a:t>역할: Fight의 정/역회전·정지 반복 상태 진행.</a:t>
            </a:r>
          </a:p>
          <a:p xmlns:a="http://schemas.openxmlformats.org/drawingml/2006/main">
            <a:r>
              <a:t>본문 직접 호출명(정적 추출): setTO, bbnMotor.onBldc, checkTO, bbnMotor.offBldc, execHit_FightBldcStop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firmware/DF_Main/src/modules/DF_Main_GameControl.cpp:2107</a:t>
            </a:r>
          </a:p>
          <a:p xmlns:a="http://schemas.openxmlformats.org/drawingml/2006/main">
            <a:r>
              <a:t>void execHit_ResistRandomStart()</a:t>
            </a:r>
          </a:p>
          <a:p xmlns:a="http://schemas.openxmlformats.org/drawingml/2006/main">
            <a:r>
              <a:t>역할: Hit 저항 패턴의 무작위 대기 상태 시작.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C:/Projects/VS/DF_FW_Code/CodexManage/firmware/DF_Main/src/modules/DF_Main_GameControl.cpp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firmware/DF_Main/src/modules/DF_Main_GameControl.cpp:2115</a:t>
            </a:r>
          </a:p>
          <a:p xmlns:a="http://schemas.openxmlformats.org/drawingml/2006/main">
            <a:r>
              <a:t>void execHit_ResistRandom_ToCheck()</a:t>
            </a:r>
          </a:p>
          <a:p xmlns:a="http://schemas.openxmlformats.org/drawingml/2006/main">
            <a:r>
              <a:t>역할: 대기 시간이 지나면 저항 토크 패턴 시작.</a:t>
            </a:r>
          </a:p>
          <a:p xmlns:a="http://schemas.openxmlformats.org/drawingml/2006/main">
            <a:r>
              <a:t>본문 직접 호출명(정적 추출): setTO, randomNum, checkTO, execHit_ResistTorqStart,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firmware/DF_Main/src/modules/DF_Main_GameControl.cpp:2155</a:t>
            </a:r>
          </a:p>
          <a:p xmlns:a="http://schemas.openxmlformats.org/drawingml/2006/main">
            <a:r>
              <a:t>void execHit_HoldServo()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firmware/DF_Main/src/modules/DF_Main_GameControl.cpp:2161</a:t>
            </a:r>
          </a:p>
          <a:p xmlns:a="http://schemas.openxmlformats.org/drawingml/2006/main">
            <a:r>
              <a:t>void execHit_ResistTorqStop()</a:t>
            </a:r>
          </a:p>
          <a:p xmlns:a="http://schemas.openxmlformats.org/drawingml/2006/main">
            <a:r>
              <a:t>역할: 저항 토크 패턴 정지 플래그 설정.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firmware/DF_Main/src/modules/DF_Main_GameControl.cpp:2168</a:t>
            </a:r>
          </a:p>
          <a:p xmlns:a="http://schemas.openxmlformats.org/drawingml/2006/main">
            <a:r>
              <a:t>void execHit_ResistTorqStart()</a:t>
            </a:r>
          </a:p>
          <a:p xmlns:a="http://schemas.openxmlformats.org/drawingml/2006/main">
            <a:r>
              <a:t>역할: 저항 토크 패턴 시작 상태 설정.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firmware/DF_Main/src/modules/DF_Main_GameControl.cpp:2173</a:t>
            </a:r>
          </a:p>
          <a:p xmlns:a="http://schemas.openxmlformats.org/drawingml/2006/main">
            <a:r>
              <a:t>void execHit_ResistTorqControl()</a:t>
            </a:r>
          </a:p>
          <a:p xmlns:a="http://schemas.openxmlformats.org/drawingml/2006/main">
            <a:r>
              <a:t>역할: 토크·Rod 브레이크의 저항 패턴 단계 실행.</a:t>
            </a:r>
          </a:p>
          <a:p xmlns:a="http://schemas.openxmlformats.org/drawingml/2006/main">
            <a:r>
              <a:t>본문 직접 호출명(정적 추출): torqMotor.setValue, send_breakmot, setTO, checkTO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firmware/DF_Main/src/modules/DF_Main_GameControl.cpp:2281</a:t>
            </a:r>
          </a:p>
          <a:p xmlns:a="http://schemas.openxmlformats.org/drawingml/2006/main">
            <a:r>
              <a:t>void execHit_Holdon_BldcStart()</a:t>
            </a:r>
          </a:p>
          <a:p xmlns:a="http://schemas.openxmlformats.org/drawingml/2006/main">
            <a:r>
              <a:t>역할: 버티기 보빈 BLDC 패턴 시작.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C:/Projects/VS/DF_FW_Code/CodexManage/firmware/DF_Main/src/modules/DF_Main_GameControl.cpp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firmware/DF_Main/src/modules/DF_Main_GameControl.cpp:2287</a:t>
            </a:r>
          </a:p>
          <a:p xmlns:a="http://schemas.openxmlformats.org/drawingml/2006/main">
            <a:r>
              <a:t>void execHit_Holdon_BldcControl()</a:t>
            </a:r>
          </a:p>
          <a:p xmlns:a="http://schemas.openxmlformats.org/drawingml/2006/main">
            <a:r>
              <a:t>역할: 버티기 BLDC 출력과 대기 상태 진행.</a:t>
            </a:r>
          </a:p>
          <a:p xmlns:a="http://schemas.openxmlformats.org/drawingml/2006/main">
            <a:r>
              <a:t>본문 직접 호출명(정적 추출): setTO, bbnMotor.onBldc, checkTO, bbnMotor.offBldc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firmware/DF_Main/src/modules/DF_Main_GameControl.cpp:2359</a:t>
            </a:r>
          </a:p>
          <a:p xmlns:a="http://schemas.openxmlformats.org/drawingml/2006/main">
            <a:r>
              <a:t>void execHoldon_ptn1_Start()</a:t>
            </a:r>
          </a:p>
          <a:p xmlns:a="http://schemas.openxmlformats.org/drawingml/2006/main">
            <a:r>
              <a:t>역할: AP 버티기 패턴 1 시작 상태 설정.</a:t>
            </a:r>
          </a:p>
          <a:p xmlns:a="http://schemas.openxmlformats.org/drawingml/2006/main">
            <a:r>
              <a:t>본문 직접 호출명(정적 추출):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firmware/DF_Main/src/modules/DF_Main_GameControl.cpp:2372</a:t>
            </a:r>
          </a:p>
          <a:p xmlns:a="http://schemas.openxmlformats.org/drawingml/2006/main">
            <a:r>
              <a:t>void execHoldon_ptn1_BldcControl()</a:t>
            </a:r>
          </a:p>
          <a:p xmlns:a="http://schemas.openxmlformats.org/drawingml/2006/main">
            <a:r>
              <a:t>역할: 버티기 BLDC 반복 패턴 실행·종료 확인.</a:t>
            </a:r>
          </a:p>
          <a:p xmlns:a="http://schemas.openxmlformats.org/drawingml/2006/main">
            <a:r>
              <a:t>본문 직접 호출명(정적 추출): setTO, bbnMotor.onBldc, checkTO, bbnMotor.offBldc, Check_HoldOnPtn_AllClr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firmware/DF_Main/src/modules/DF_Main_GameControl.cpp:2449</a:t>
            </a:r>
          </a:p>
          <a:p xmlns:a="http://schemas.openxmlformats.org/drawingml/2006/main">
            <a:r>
              <a:t>void Check_HoldOnPtn_AllClr()</a:t>
            </a:r>
          </a:p>
          <a:p xmlns:a="http://schemas.openxmlformats.org/drawingml/2006/main">
            <a:r>
              <a:t>역할: 개별 버티기 패턴 종료 시 공통 플래그 해제.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firmware/DF_Main/src/modules/DF_Main_GameControl.cpp:2461</a:t>
            </a:r>
          </a:p>
          <a:p xmlns:a="http://schemas.openxmlformats.org/drawingml/2006/main">
            <a:r>
              <a:t>void execHit_HoldOn_TorqStop()</a:t>
            </a:r>
          </a:p>
          <a:p xmlns:a="http://schemas.openxmlformats.org/drawingml/2006/main">
            <a:r>
              <a:t>역할: 버티기 토크·브레이크 출력 복귀.</a:t>
            </a:r>
          </a:p>
          <a:p xmlns:a="http://schemas.openxmlformats.org/drawingml/2006/main">
            <a:r>
              <a:t>본문 직접 호출명(정적 추출): torqMotor.setValue, send_breakmot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firmware/DF_Main/src/modules/DF_Main_GameControl.cpp:2468</a:t>
            </a:r>
          </a:p>
          <a:p xmlns:a="http://schemas.openxmlformats.org/drawingml/2006/main">
            <a:r>
              <a:t>void execHit_HoldOn_TorqStart()</a:t>
            </a:r>
          </a:p>
          <a:p xmlns:a="http://schemas.openxmlformats.org/drawingml/2006/main">
            <a:r>
              <a:t>역할: 버티기 토크 상태기계 시작.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C:/Projects/VS/DF_FW_Code/CodexManage/firmware/DF_Main/src/modules/DF_Main_GameControl.cpp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firmware/DF_Main/src/modules/DF_Main_GameControl.cpp:2473</a:t>
            </a:r>
          </a:p>
          <a:p xmlns:a="http://schemas.openxmlformats.org/drawingml/2006/main">
            <a:r>
              <a:t>void execHit_HoldOn_TorqControl()</a:t>
            </a:r>
          </a:p>
          <a:p xmlns:a="http://schemas.openxmlformats.org/drawingml/2006/main">
            <a:r>
              <a:t>역할: 버티기 토크·브레이크·BLDC 조합 단계 진행.</a:t>
            </a:r>
          </a:p>
          <a:p xmlns:a="http://schemas.openxmlformats.org/drawingml/2006/main">
            <a:r>
              <a:t>본문 직접 호출명(정적 추출): torqMotor.setValue, send_breakmot, setTO, checkTO, execHit_Holdon_BldcStart, execHit_Holdon_BldcControl, bbnMotor.offBldc, send2resp_FwSelfControlCmd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firmware/DF_Main/src/modules/DF_Main_GameControl.cpp:2602</a:t>
            </a:r>
          </a:p>
          <a:p xmlns:a="http://schemas.openxmlformats.org/drawingml/2006/main">
            <a:r>
              <a:t>void execHit_SetBreakOnceStart()</a:t>
            </a:r>
          </a:p>
          <a:p xmlns:a="http://schemas.openxmlformats.org/drawingml/2006/main">
            <a:r>
              <a:t>역할: Hit 진입 시 Rod 브레이크 초기 출력 전송.</a:t>
            </a:r>
          </a:p>
          <a:p xmlns:a="http://schemas.openxmlformats.org/drawingml/2006/main">
            <a:r>
              <a:t>본문 직접 호출명(정적 추출): send_breakmot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firmware/DF_Main/src/modules/DF_Main_GameControl.cpp:2616</a:t>
            </a:r>
          </a:p>
          <a:p xmlns:a="http://schemas.openxmlformats.org/drawingml/2006/main">
            <a:r>
              <a:t>void send_breakmot(int _val)</a:t>
            </a:r>
          </a:p>
          <a:p xmlns:a="http://schemas.openxmlformats.org/drawingml/2006/main">
            <a:r>
              <a:t>역할: 브레이크 목표값을 Rod 제어 문자열로 전송.</a:t>
            </a:r>
          </a:p>
          <a:p xmlns:a="http://schemas.openxmlformats.org/drawingml/2006/main">
            <a:r>
              <a:t>본문 직접 호출명(정적 추출): String, eNow.write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firmware/DF_Main/src/modules/DF_Main_GameControl.cpp:2642</a:t>
            </a:r>
          </a:p>
          <a:p xmlns:a="http://schemas.openxmlformats.org/drawingml/2006/main">
            <a:r>
              <a:t>void execHit_BreakStop()</a:t>
            </a:r>
          </a:p>
          <a:p xmlns:a="http://schemas.openxmlformats.org/drawingml/2006/main">
            <a:r>
              <a:t>역할: Hit 브레이크 반복 제어 정지.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firmware/DF_Main/src/modules/DF_Main_GameControl.cpp:2647</a:t>
            </a:r>
          </a:p>
          <a:p xmlns:a="http://schemas.openxmlformats.org/drawingml/2006/main">
            <a:r>
              <a:t>void execHit_BreakStart()</a:t>
            </a:r>
          </a:p>
          <a:p xmlns:a="http://schemas.openxmlformats.org/drawingml/2006/main">
            <a:r>
              <a:t>역할: Hit 브레이크 반복 제어 시작.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firmware/DF_Main/src/modules/DF_Main_GameControl.cpp:2656</a:t>
            </a:r>
          </a:p>
          <a:p xmlns:a="http://schemas.openxmlformats.org/drawingml/2006/main">
            <a:r>
              <a:t>void execHit_BreakControl()</a:t>
            </a:r>
          </a:p>
          <a:p xmlns:a="http://schemas.openxmlformats.org/drawingml/2006/main">
            <a:r>
              <a:t>역할: 브레이크 목표 주변의 증감 출력 패턴 진행.</a:t>
            </a:r>
          </a:p>
          <a:p xmlns:a="http://schemas.openxmlformats.org/drawingml/2006/main">
            <a:r>
              <a:t>본문 직접 호출명(정적 추출): send_breakmot, setTO, checkTO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C:/Projects/VS/DF_FW_Code/CodexManage/firmware/DF_Main/src/modules/DF_Main_GameControl.cpp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firmware/DF_Main/src/modules/DF_Main_GameControl.cpp:2702</a:t>
            </a:r>
          </a:p>
          <a:p xmlns:a="http://schemas.openxmlformats.org/drawingml/2006/main">
            <a:r>
              <a:t>void execHit_BreakDecStop()</a:t>
            </a:r>
          </a:p>
          <a:p xmlns:a="http://schemas.openxmlformats.org/drawingml/2006/main">
            <a:r>
              <a:t>역할: 브레이크 감소 제어 정지 및 목표값 전송.</a:t>
            </a:r>
          </a:p>
          <a:p xmlns:a="http://schemas.openxmlformats.org/drawingml/2006/main">
            <a:r>
              <a:t>본문 직접 호출명(정적 추출): send_breakmot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firmware/DF_Main/src/modules/DF_Main_GameControl.cpp:2708</a:t>
            </a:r>
          </a:p>
          <a:p xmlns:a="http://schemas.openxmlformats.org/drawingml/2006/main">
            <a:r>
              <a:t>void execHit_BreakDecStart()</a:t>
            </a:r>
          </a:p>
          <a:p xmlns:a="http://schemas.openxmlformats.org/drawingml/2006/main">
            <a:r>
              <a:t>역할: 브레이크 단계 감소 제어 시작.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firmware/DF_Main/src/modules/DF_Main_GameControl.cpp:2713</a:t>
            </a:r>
          </a:p>
          <a:p xmlns:a="http://schemas.openxmlformats.org/drawingml/2006/main">
            <a:r>
              <a:t>void execHit_BreakDecControl()</a:t>
            </a:r>
          </a:p>
          <a:p xmlns:a="http://schemas.openxmlformats.org/drawingml/2006/main">
            <a:r>
              <a:t>역할: 시간 간격마다 브레이크 목표값 감소·전송.</a:t>
            </a:r>
          </a:p>
          <a:p xmlns:a="http://schemas.openxmlformats.org/drawingml/2006/main">
            <a:r>
              <a:t>본문 직접 호출명(정적 추출): send_breakmot, setTO, checkTO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firmware/DF_Main/src/modules/DF_Main_GameControl.cpp:2768</a:t>
            </a:r>
          </a:p>
          <a:p xmlns:a="http://schemas.openxmlformats.org/drawingml/2006/main">
            <a:r>
              <a:t>void execFastHold_SetVal()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firmware/DF_Main/src/modules/DF_Main_GameControl.cpp:2774</a:t>
            </a:r>
          </a:p>
          <a:p xmlns:a="http://schemas.openxmlformats.org/drawingml/2006/main">
            <a:r>
              <a:t>void execFastHold_Start()</a:t>
            </a:r>
          </a:p>
          <a:p xmlns:a="http://schemas.openxmlformats.org/drawingml/2006/main">
            <a:r>
              <a:t>역할: 빠른 버티기 실행 플래그 설정.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firmware/DF_Main/src/modules/DF_Main_GameControl.cpp:2782</a:t>
            </a:r>
          </a:p>
          <a:p xmlns:a="http://schemas.openxmlformats.org/drawingml/2006/main">
            <a:r>
              <a:t>void execFastHold_Control()</a:t>
            </a:r>
          </a:p>
          <a:p xmlns:a="http://schemas.openxmlformats.org/drawingml/2006/main">
            <a:r>
              <a:t>역할: 빠른 버티기 종료 조건에서 플래그 정리; 동작 단계는 비어 있음.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C:/Projects/VS/DF_FW_Code/CodexManage/firmware/DF_Main/src/modules/DF_Main_GameControl.cpp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firmware/DF_Main/src/modules/DF_Main_GameControl.cpp:2817</a:t>
            </a:r>
          </a:p>
          <a:p xmlns:a="http://schemas.openxmlformats.org/drawingml/2006/main">
            <a:r>
              <a:t>void execButtonCombo_SetVal()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firmware/DF_Main/src/modules/DF_Main_GameControl.cpp:2823</a:t>
            </a:r>
          </a:p>
          <a:p xmlns:a="http://schemas.openxmlformats.org/drawingml/2006/main">
            <a:r>
              <a:t>void execButtonCombo_Start()</a:t>
            </a:r>
          </a:p>
          <a:p xmlns:a="http://schemas.openxmlformats.org/drawingml/2006/main">
            <a:r>
              <a:t>역할: 버튼 조합 패턴 시작 상태 설정.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firmware/DF_Main/src/modules/DF_Main_GameControl.cpp:2831</a:t>
            </a:r>
          </a:p>
          <a:p xmlns:a="http://schemas.openxmlformats.org/drawingml/2006/main">
            <a:r>
              <a:t>void execButtonCombo_Control()</a:t>
            </a:r>
          </a:p>
          <a:p xmlns:a="http://schemas.openxmlformats.org/drawingml/2006/main">
            <a:r>
              <a:t>역할: 버튼 조합 종료 조건에서 플래그 정리; 동작 단계는 비어 있음.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firmware/DF_Main/src/modules/DF_Main_GameControl.cpp:2866</a:t>
            </a:r>
          </a:p>
          <a:p xmlns:a="http://schemas.openxmlformats.org/drawingml/2006/main">
            <a:r>
              <a:t>void execRanding_SetVal()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firmware/DF_Main/src/modules/DF_Main_GameControl.cpp:2874</a:t>
            </a:r>
          </a:p>
          <a:p xmlns:a="http://schemas.openxmlformats.org/drawingml/2006/main">
            <a:r>
              <a:t>void execRanding_Start()</a:t>
            </a:r>
          </a:p>
          <a:p xmlns:a="http://schemas.openxmlformats.org/drawingml/2006/main">
            <a:r>
              <a:t>역할: 랜딩 패턴 상태기계 시작.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firmware/DF_Main/src/modules/DF_Main_GameControl.cpp:2882</a:t>
            </a:r>
          </a:p>
          <a:p xmlns:a="http://schemas.openxmlformats.org/drawingml/2006/main">
            <a:r>
              <a:t>void execRanding_Control()</a:t>
            </a:r>
          </a:p>
          <a:p xmlns:a="http://schemas.openxmlformats.org/drawingml/2006/main">
            <a:r>
              <a:t>역할: 랜딩 BLDC 반복 후 기본 토크로 복귀.</a:t>
            </a:r>
          </a:p>
          <a:p xmlns:a="http://schemas.openxmlformats.org/drawingml/2006/main">
            <a:r>
              <a:t>본문 직접 호출명(정적 추출): setTO, bbnMotor.onBldc, checkTO, bbnMotor.offBldc, torqDefault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C:/Projects/VS/DF_FW_Code/CodexManage/firmware/DF_Main/src/modules/DF_Main_GameControl.cpp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firmware/DF_Main/src/modules/DF_Main_GameControl.cpp:2967</a:t>
            </a:r>
          </a:p>
          <a:p xmlns:a="http://schemas.openxmlformats.org/drawingml/2006/main">
            <a:r>
              <a:t>void setAfter1sec_LogOut_Start()</a:t>
            </a:r>
          </a:p>
          <a:p xmlns:a="http://schemas.openxmlformats.org/drawingml/2006/main">
            <a:r>
              <a:t>역할: 지연 로그 출력 상태 시작.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firmware/DF_Main/src/modules/DF_Main_GameControl.cpp:2975</a:t>
            </a:r>
          </a:p>
          <a:p xmlns:a="http://schemas.openxmlformats.org/drawingml/2006/main">
            <a:r>
              <a:t>void setAfterTo_LogOut_Control()</a:t>
            </a:r>
          </a:p>
          <a:p xmlns:a="http://schemas.openxmlformats.org/drawingml/2006/main">
            <a:r>
              <a:t>역할: 지연 시간 이후 제어 단계 로그 출력.</a:t>
            </a:r>
          </a:p>
          <a:p xmlns:a="http://schemas.openxmlformats.org/drawingml/2006/main">
            <a:r>
              <a:t>본문 직접 호출명(정적 추출): setTO, checkTO, Log_Control_Step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firmware/DF_Main/src/modules/DF_Main_GameControl.cpp:3009</a:t>
            </a:r>
          </a:p>
          <a:p xmlns:a="http://schemas.openxmlformats.org/drawingml/2006/main">
            <a:r>
              <a:t>void execSuccessFail()</a:t>
            </a:r>
          </a:p>
          <a:p xmlns:a="http://schemas.openxmlformats.org/drawingml/2006/main">
            <a:r>
              <a:t>역할: 성공/실패 시 플래그·모터를 정리하고 로그 예약.</a:t>
            </a:r>
          </a:p>
          <a:p xmlns:a="http://schemas.openxmlformats.org/drawingml/2006/main">
            <a:r>
              <a:t>본문 직접 호출명(정적 추출): clear_ExecFlag, motor_AllDefault, Log_Control_Step, setAfter1sec_LogOut_Start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firmware/DF_Main/src/modules/DF_Main_GameControl.cpp:3026</a:t>
            </a:r>
          </a:p>
          <a:p xmlns:a="http://schemas.openxmlformats.org/drawingml/2006/main">
            <a:r>
              <a:t>void execPointUp()</a:t>
            </a:r>
          </a:p>
          <a:p xmlns:a="http://schemas.openxmlformats.org/drawingml/2006/main">
            <a:r>
              <a:t>역할: 점수 표시 단계에서 모터를 기본 상태로 복귀.</a:t>
            </a:r>
          </a:p>
          <a:p xmlns:a="http://schemas.openxmlformats.org/drawingml/2006/main">
            <a:r>
              <a:t>본문 직접 호출명(정적 추출): motor_AllDefault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firmware/DF_Main/src/modules/DF_Main_GameControl.cpp:3031</a:t>
            </a:r>
          </a:p>
          <a:p xmlns:a="http://schemas.openxmlformats.org/drawingml/2006/main">
            <a:r>
              <a:t>void execEnd()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C:/Projects/VS/DF_FW_Code/CodexManage/firmware/DF_Main/src/modules/DF_Main_GameControl.cpp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firmware/DF_Main/src/modules/DF_Main_LedControl.cpp:4</a:t>
            </a:r>
          </a:p>
          <a:p xmlns:a="http://schemas.openxmlformats.org/drawingml/2006/main">
            <a:r>
              <a:t>void initSet_LedContVal(int Act)</a:t>
            </a:r>
          </a:p>
          <a:p xmlns:a="http://schemas.openxmlformats.org/drawingml/2006/main">
            <a:r>
              <a:t>역할: LED 초기 밝기·패턴 상태를 설정.</a:t>
            </a:r>
          </a:p>
          <a:p xmlns:a="http://schemas.openxmlformats.org/drawingml/2006/main">
            <a:r>
              <a:t>본문 직접 호출명(정적 추출): memset, ledCont_OffStart, ledCont_OnStart, ledCont_BlinkStart, ledCont_DimmStart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firmware/DF_Main/src/modules/DF_Main_LedControl.cpp:57</a:t>
            </a:r>
          </a:p>
          <a:p xmlns:a="http://schemas.openxmlformats.org/drawingml/2006/main">
            <a:r>
              <a:t>void ledCont_OffStart(unsigned int pos)</a:t>
            </a:r>
          </a:p>
          <a:p xmlns:a="http://schemas.openxmlformats.org/drawingml/2006/main">
            <a:r>
              <a:t>역할: 지정 LED의 패턴을 정지하고 소등.</a:t>
            </a:r>
          </a:p>
          <a:p xmlns:a="http://schemas.openxmlformats.org/drawingml/2006/main">
            <a:r>
              <a:t>본문 직접 호출명(정적 추출): extLed.off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firmware/DF_Main/src/modules/DF_Main_LedControl.cpp:68</a:t>
            </a:r>
          </a:p>
          <a:p xmlns:a="http://schemas.openxmlformats.org/drawingml/2006/main">
            <a:r>
              <a:t>void ledCont_OnStart(unsigned int pos)</a:t>
            </a:r>
          </a:p>
          <a:p xmlns:a="http://schemas.openxmlformats.org/drawingml/2006/main">
            <a:r>
              <a:t>역할: 지정 LED를 고정 점등 상태로 전환.</a:t>
            </a:r>
          </a:p>
          <a:p xmlns:a="http://schemas.openxmlformats.org/drawingml/2006/main">
            <a:r>
              <a:t>본문 직접 호출명(정적 추출): setRGBcolor, extLed.RGBon, extLed.on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firmware/DF_Main/src/modules/DF_Main_LedControl.cpp:89</a:t>
            </a:r>
          </a:p>
          <a:p xmlns:a="http://schemas.openxmlformats.org/drawingml/2006/main">
            <a:r>
              <a:t>void ledCont_BlinkStart(unsigned int pos)</a:t>
            </a:r>
          </a:p>
          <a:p xmlns:a="http://schemas.openxmlformats.org/drawingml/2006/main">
            <a:r>
              <a:t>역할: 지정 LED의 점멸 상태기계 시작.</a:t>
            </a:r>
          </a:p>
          <a:p xmlns:a="http://schemas.openxmlformats.org/drawingml/2006/main">
            <a:r>
              <a:t>본문 직접 호출명(정적 추출): setRGBcolor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firmware/DF_Main/src/modules/DF_Main_LedControl.cpp:107</a:t>
            </a:r>
          </a:p>
          <a:p xmlns:a="http://schemas.openxmlformats.org/drawingml/2006/main">
            <a:r>
              <a:t>void execledCont_Blink(int pos)</a:t>
            </a:r>
          </a:p>
          <a:p xmlns:a="http://schemas.openxmlformats.org/drawingml/2006/main">
            <a:r>
              <a:t>역할: 지정 LED의 ON/OFF 시간 상태 진행.</a:t>
            </a:r>
          </a:p>
          <a:p xmlns:a="http://schemas.openxmlformats.org/drawingml/2006/main">
            <a:r>
              <a:t>본문 직접 호출명(정적 추출): extLed.RGBon, extLed.on, setTO, checkTO, extLed.off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firmware/DF_Main/src/modules/DF_Main_LedControl.cpp:169</a:t>
            </a:r>
          </a:p>
          <a:p xmlns:a="http://schemas.openxmlformats.org/drawingml/2006/main">
            <a:r>
              <a:t>void ledCont_DimmStart(unsigned int pos)</a:t>
            </a:r>
          </a:p>
          <a:p xmlns:a="http://schemas.openxmlformats.org/drawingml/2006/main">
            <a:r>
              <a:t>역할: 지정 LED의 디밍 상태기계 시작.</a:t>
            </a:r>
          </a:p>
          <a:p xmlns:a="http://schemas.openxmlformats.org/drawingml/2006/main">
            <a:r>
              <a:t>본문 직접 호출명(정적 추출): setRGBcolor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C:/Projects/VS/DF_FW_Code/CodexManage/firmware/DF_Main/src/modules/DF_Main_LedControl.cpp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firmware/DF_Main/src/modules/DF_Main_LedControl.cpp:196</a:t>
            </a:r>
          </a:p>
          <a:p xmlns:a="http://schemas.openxmlformats.org/drawingml/2006/main">
            <a:r>
              <a:t>void execledCont_Dimm(int pos)</a:t>
            </a:r>
          </a:p>
          <a:p xmlns:a="http://schemas.openxmlformats.org/drawingml/2006/main">
            <a:r>
              <a:t>역할: RGB 밝기와 유지 시간을 갱신하는 디밍 처리.</a:t>
            </a:r>
          </a:p>
          <a:p xmlns:a="http://schemas.openxmlformats.org/drawingml/2006/main">
            <a:r>
              <a:t>본문 직접 호출명(정적 추출): setRGBcolor, extLed.RGBon, setTO, checkTO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firmware/DF_Main/src/modules/DF_Main_LedControl.cpp:316</a:t>
            </a:r>
          </a:p>
          <a:p xmlns:a="http://schemas.openxmlformats.org/drawingml/2006/main">
            <a:r>
              <a:t>void old_execCentLed_Dimming_Control(int color, int sec)</a:t>
            </a:r>
          </a:p>
          <a:p xmlns:a="http://schemas.openxmlformats.org/drawingml/2006/main">
            <a:r>
              <a:t>역할: 이전 중앙 LED 디밍 계산·출력 경로.</a:t>
            </a:r>
          </a:p>
          <a:p xmlns:a="http://schemas.openxmlformats.org/drawingml/2006/main">
            <a:r>
              <a:t>본문 직접 호출명(정적 추출): ledOut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firmware/DF_Main/src/modules/DF_Main_LedControl.cpp:446</a:t>
            </a:r>
          </a:p>
          <a:p xmlns:a="http://schemas.openxmlformats.org/drawingml/2006/main">
            <a:r>
              <a:t>void extLed_Off(unsigned int idx)</a:t>
            </a:r>
          </a:p>
          <a:p xmlns:a="http://schemas.openxmlformats.org/drawingml/2006/main">
            <a:r>
              <a:t>역할: AP 위치 번호를 실제 LED 인덱스로 변환해 소등.</a:t>
            </a:r>
          </a:p>
          <a:p xmlns:a="http://schemas.openxmlformats.org/drawingml/2006/main">
            <a:r>
              <a:t>본문 직접 호출명(정적 추출): extLed.off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firmware/DF_Main/src/modules/DF_Main_LedControl.cpp:466</a:t>
            </a:r>
          </a:p>
          <a:p xmlns:a="http://schemas.openxmlformats.org/drawingml/2006/main">
            <a:r>
              <a:t>void extLed_On(unsigned int idx)</a:t>
            </a:r>
          </a:p>
          <a:p xmlns:a="http://schemas.openxmlformats.org/drawingml/2006/main">
            <a:r>
              <a:t>역할: AP 위치 번호를 실제 LED 인덱스로 변환해 점등.</a:t>
            </a:r>
          </a:p>
          <a:p xmlns:a="http://schemas.openxmlformats.org/drawingml/2006/main">
            <a:r>
              <a:t>본문 직접 호출명(정적 추출): setRGBcolor, extLed.RGBon, extLed.on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firmware/DF_Main/src/modules/DF_Main_LedControl.cpp:510</a:t>
            </a:r>
          </a:p>
          <a:p xmlns:a="http://schemas.openxmlformats.org/drawingml/2006/main">
            <a:r>
              <a:t>void extLed_Control()</a:t>
            </a:r>
          </a:p>
          <a:p xmlns:a="http://schemas.openxmlformats.org/drawingml/2006/main">
            <a:r>
              <a:t>역할: 허용된 LED별 점멸·디밍·고정 출력을 진행.</a:t>
            </a:r>
          </a:p>
          <a:p xmlns:a="http://schemas.openxmlformats.org/drawingml/2006/main">
            <a:r>
              <a:t>본문 직접 호출명(정적 추출): execledCont_Blink, execledCont_Dimm, extLed_Off, extLed_On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C:/Projects/VS/DF_FW_Code/CodexManage/firmware/DF_Main/src/modules/DF_Main_LedControl.cpp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firmware/DF_Main/src/modules/DF_Main_LmWireControl.cpp:4</a:t>
            </a:r>
          </a:p>
          <a:p xmlns:a="http://schemas.openxmlformats.org/drawingml/2006/main">
            <a:r>
              <a:t>void anaDeviceContReq(String msg)</a:t>
            </a:r>
          </a:p>
          <a:p xmlns:a="http://schemas.openxmlformats.org/drawingml/2006/main">
            <a:r>
              <a:t>역할: 장치 준비/정지 요청을 해석하고 출력·검사 상태 전환.</a:t>
            </a:r>
          </a:p>
          <a:p xmlns:a="http://schemas.openxmlformats.org/drawingml/2006/main">
            <a:r>
              <a:t>본문 직접 호출명(정적 추출): msg.substring, toInt, motor_AllOff, reelOut_AllOff, LogPrintln, stbyTorqOffControl_Stop, devReadyCheck, Resp2ApPrintln,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firmware/DF_Main/src/modules/DF_Main_LmWireControl.cpp:73</a:t>
            </a:r>
          </a:p>
          <a:p xmlns:a="http://schemas.openxmlformats.org/drawingml/2006/main">
            <a:r>
              <a:t>void anaRestDistance(String msg)</a:t>
            </a:r>
          </a:p>
          <a:p xmlns:a="http://schemas.openxmlformats.org/drawingml/2006/main">
            <a:r>
              <a:t>역할: 남은 거리 문자열을 해석해 제어 상태 갱신.</a:t>
            </a:r>
          </a:p>
          <a:p xmlns:a="http://schemas.openxmlformats.org/drawingml/2006/main">
            <a:r>
              <a:t>본문 직접 호출명(정적 추출): msg.substring, toInt,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firmware/DF_Main/src/modules/DF_Main_LmWireControl.cpp:90</a:t>
            </a:r>
          </a:p>
          <a:p xmlns:a="http://schemas.openxmlformats.org/drawingml/2006/main">
            <a:r>
              <a:t>void ana_AngleControl( String msg 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firmware/DF_Main/src/modules/DF_Main_LmWireControl.cpp:100</a:t>
            </a:r>
          </a:p>
          <a:p xmlns:a="http://schemas.openxmlformats.org/drawingml/2006/main">
            <a:r>
              <a:t>void ana_MainMotControl( String msg )</a:t>
            </a:r>
          </a:p>
          <a:p xmlns:a="http://schemas.openxmlformats.org/drawingml/2006/main">
            <a:r>
              <a:t>역할: 토크값·선택 정지 시간을 해석해 모터 출력 설정.</a:t>
            </a:r>
          </a:p>
          <a:p xmlns:a="http://schemas.openxmlformats.org/drawingml/2006/main">
            <a:r>
              <a:t>본문 직접 호출명(정적 추출): msg.substring, toInt, torqMotor.setValue, torqMot_OffControlStart, Resp2ApPrintln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firmware/DF_Main/src/modules/DF_Main_LmWireControl.cpp:158</a:t>
            </a:r>
          </a:p>
          <a:p xmlns:a="http://schemas.openxmlformats.org/drawingml/2006/main">
            <a:r>
              <a:t>void ana_BobbinControl_Check(String msg)</a:t>
            </a:r>
          </a:p>
          <a:p xmlns:a="http://schemas.openxmlformats.org/drawingml/2006/main">
            <a:r>
              <a:t>역할: 보빈 명령의 패턴 조건을 확인한 뒤 실행 경로 호출.</a:t>
            </a:r>
          </a:p>
          <a:p xmlns:a="http://schemas.openxmlformats.org/drawingml/2006/main">
            <a:r>
              <a:t>본문 직접 호출명(정적 추출): ana_BobbinControl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firmware/DF_Main/src/modules/DF_Main_LmWireControl.cpp:185</a:t>
            </a:r>
          </a:p>
          <a:p xmlns:a="http://schemas.openxmlformats.org/drawingml/2006/main">
            <a:r>
              <a:t>void ana_LineMotControl_Check(String msg)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C:/Projects/VS/DF_FW_Code/CodexManage/firmware/DF_Main/src/modules/DF_Main_LmWireControl.cpp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firmware/DF_Main/src/modules/DF_Main_LmWireControl.cpp:192</a:t>
            </a:r>
          </a:p>
          <a:p xmlns:a="http://schemas.openxmlformats.org/drawingml/2006/main">
            <a:r>
              <a:t>void ana_BobbinControl(String msg)</a:t>
            </a:r>
          </a:p>
          <a:p xmlns:a="http://schemas.openxmlformats.org/drawingml/2006/main">
            <a:r>
              <a:t>역할: BLDC 방향·출력·시간을 해석해 제어·응답.</a:t>
            </a:r>
          </a:p>
          <a:p xmlns:a="http://schemas.openxmlformats.org/drawingml/2006/main">
            <a:r>
              <a:t>본문 직접 호출명(정적 추출): msg.substring, toInt, LogPrintln, bbnMotor.offBldc, bbnMotor.onBldc, bbnMotor_OffTime_Start, fillZero2String3Char, Resp2ApPrintln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firmware/DF_Main/src/modules/DF_Main_LmWireControl.cpp:258</a:t>
            </a:r>
          </a:p>
          <a:p xmlns:a="http://schemas.openxmlformats.org/drawingml/2006/main">
            <a:r>
              <a:t>void ana_LmMotControl(String msg)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firmware/DF_Main/src/modules/DF_Main_LmWireControl.cpp:265</a:t>
            </a:r>
          </a:p>
          <a:p xmlns:a="http://schemas.openxmlformats.org/drawingml/2006/main">
            <a:r>
              <a:t>void lmHome_Control_Start(int _init, int tmReqDuty)</a:t>
            </a:r>
          </a:p>
          <a:p xmlns:a="http://schemas.openxmlformats.org/drawingml/2006/main">
            <a:r>
              <a:t>역할: LM 홈 제어 시작 조건/상태 설정.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firmware/DF_Main/src/modules/DF_Main_LmWireControl.cpp:272</a:t>
            </a:r>
          </a:p>
          <a:p xmlns:a="http://schemas.openxmlformats.org/drawingml/2006/main">
            <a:r>
              <a:t>void lmHome_Control_Stop()</a:t>
            </a:r>
          </a:p>
          <a:p xmlns:a="http://schemas.openxmlformats.org/drawingml/2006/main">
            <a:r>
              <a:t>역할: LM 홈 제어 실행 상태 해제.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firmware/DF_Main/src/modules/DF_Main_LmWireControl.cpp:279</a:t>
            </a:r>
          </a:p>
          <a:p xmlns:a="http://schemas.openxmlformats.org/drawingml/2006/main">
            <a:r>
              <a:t>void lmLeft_Control_Start(int fish, int pwr, int ReqTm)</a:t>
            </a:r>
          </a:p>
          <a:p xmlns:a="http://schemas.openxmlformats.org/drawingml/2006/main">
            <a:r>
              <a:t>역할: LM 좌측 제어 시작 조건/상태 설정.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firmware/DF_Main/src/modules/DF_Main_LmWireControl.cpp:289</a:t>
            </a:r>
          </a:p>
          <a:p xmlns:a="http://schemas.openxmlformats.org/drawingml/2006/main">
            <a:r>
              <a:t>void lmLeft_Control_Return()</a:t>
            </a:r>
          </a:p>
          <a:p xmlns:a="http://schemas.openxmlformats.org/drawingml/2006/main">
            <a:r>
              <a:t>역할: LM 좌측 제어 상태 갱신.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C:/Projects/VS/DF_FW_Code/CodexManage/firmware/DF_Main/src/modules/DF_Main_LmWireControl.cpp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firmware/DF_Main/src/modules/DF_Main_LmWireControl.cpp:294</a:t>
            </a:r>
          </a:p>
          <a:p xmlns:a="http://schemas.openxmlformats.org/drawingml/2006/main">
            <a:r>
              <a:t>void lmLeft_Control_Stop()</a:t>
            </a:r>
          </a:p>
          <a:p xmlns:a="http://schemas.openxmlformats.org/drawingml/2006/main">
            <a:r>
              <a:t>역할: LM 좌측 제어 실행 상태 해제.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firmware/DF_Main/src/modules/DF_Main_LmWireControl.cpp:302</a:t>
            </a:r>
          </a:p>
          <a:p xmlns:a="http://schemas.openxmlformats.org/drawingml/2006/main">
            <a:r>
              <a:t>void lmRight_Control_Start(int fish, int pwr, int ReqTm)</a:t>
            </a:r>
          </a:p>
          <a:p xmlns:a="http://schemas.openxmlformats.org/drawingml/2006/main">
            <a:r>
              <a:t>역할: LM 우측 제어 시작 조건/상태 설정.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firmware/DF_Main/src/modules/DF_Main_LmWireControl.cpp:312</a:t>
            </a:r>
          </a:p>
          <a:p xmlns:a="http://schemas.openxmlformats.org/drawingml/2006/main">
            <a:r>
              <a:t>void lmRight_Control_Return()</a:t>
            </a:r>
          </a:p>
          <a:p xmlns:a="http://schemas.openxmlformats.org/drawingml/2006/main">
            <a:r>
              <a:t>역할: LM 우측 제어 상태 갱신.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firmware/DF_Main/src/modules/DF_Main_LmWireControl.cpp:318</a:t>
            </a:r>
          </a:p>
          <a:p xmlns:a="http://schemas.openxmlformats.org/drawingml/2006/main">
            <a:r>
              <a:t>void lmRight_Control_Stop()</a:t>
            </a:r>
          </a:p>
          <a:p xmlns:a="http://schemas.openxmlformats.org/drawingml/2006/main">
            <a:r>
              <a:t>역할: LM 우측 제어 실행 상태 해제.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firmware/DF_Main/src/modules/DF_Main_LmWireControl.cpp:325</a:t>
            </a:r>
          </a:p>
          <a:p xmlns:a="http://schemas.openxmlformats.org/drawingml/2006/main">
            <a:r>
              <a:t>void lmCenter_Control_Start(int fish, int pwr)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firmware/DF_Main/src/modules/DF_Main_LmWireControl.cpp:328</a:t>
            </a:r>
          </a:p>
          <a:p xmlns:a="http://schemas.openxmlformats.org/drawingml/2006/main">
            <a:r>
              <a:t>void lmCenter_Control_Stop()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C:/Projects/VS/DF_FW_Code/CodexManage/firmware/DF_Main/src/modules/DF_Main_LmWireControl.cpp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firmware/DF_Main/src/modules/DF_Main_LmWireControl.cpp:333</a:t>
            </a:r>
          </a:p>
          <a:p xmlns:a="http://schemas.openxmlformats.org/drawingml/2006/main">
            <a:r>
              <a:t>void lmReturn_Control_Start(int pwr)</a:t>
            </a:r>
          </a:p>
          <a:p xmlns:a="http://schemas.openxmlformats.org/drawingml/2006/main">
            <a:r>
              <a:t>역할: LM 복귀를 홈 시작 함수에 위임.</a:t>
            </a:r>
          </a:p>
          <a:p xmlns:a="http://schemas.openxmlformats.org/drawingml/2006/main">
            <a:r>
              <a:t>본문 직접 호출명(정적 추출): lmHome_Control_Start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firmware/DF_Main/src/modules/DF_Main_LmWireControl.cpp:341</a:t>
            </a:r>
          </a:p>
          <a:p xmlns:a="http://schemas.openxmlformats.org/drawingml/2006/main">
            <a:r>
              <a:t>void lmReturn_Control_Stop()</a:t>
            </a:r>
          </a:p>
          <a:p xmlns:a="http://schemas.openxmlformats.org/drawingml/2006/main">
            <a:r>
              <a:t>역할: LM 복귀 제어 실행 상태 해제.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firmware/DF_Main/src/modules/DF_Main_LmWireControl.cpp:347</a:t>
            </a:r>
          </a:p>
          <a:p xmlns:a="http://schemas.openxmlformats.org/drawingml/2006/main">
            <a:r>
              <a:t>void lmHoldOn_Stop()</a:t>
            </a:r>
          </a:p>
          <a:p xmlns:a="http://schemas.openxmlformats.org/drawingml/2006/main">
            <a:r>
              <a:t>역할: LM 복귀 제어 실행 상태 해제.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firmware/DF_Main/src/modules/DF_Main_LmWireControl.cpp:354</a:t>
            </a:r>
          </a:p>
          <a:p xmlns:a="http://schemas.openxmlformats.org/drawingml/2006/main">
            <a:r>
              <a:t>void lmHome_Control_2() //_ak : Action Kind</a:t>
            </a:r>
          </a:p>
          <a:p xmlns:a="http://schemas.openxmlformats.org/drawingml/2006/main">
            <a:r>
              <a:t>역할: 이전 LM 홈 단계·timeout·출력 처리 경로.</a:t>
            </a:r>
          </a:p>
          <a:p xmlns:a="http://schemas.openxmlformats.org/drawingml/2006/main">
            <a:r>
              <a:t>본문 직접 호출명(정적 추출): setTO, lmMotor.onBldc, checkTO, bbnMotor.onBldc, torqMotor.on, lmHome_Control_Stop, lmPosition_Set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firmware/DF_Main/src/modules/DF_Main_LmWireControl.cpp:510</a:t>
            </a:r>
          </a:p>
          <a:p xmlns:a="http://schemas.openxmlformats.org/drawingml/2006/main">
            <a:r>
              <a:t>void lmHome_Control() //_ak : Action Kind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firmware/DF_Main/src/modules/DF_Main_LmWireControl.cpp:514</a:t>
            </a:r>
          </a:p>
          <a:p xmlns:a="http://schemas.openxmlformats.org/drawingml/2006/main">
            <a:r>
              <a:t>void lmPosition_Set(int posi)</a:t>
            </a:r>
          </a:p>
          <a:p xmlns:a="http://schemas.openxmlformats.org/drawingml/2006/main">
            <a:r>
              <a:t>역할: LM 논리 위치 값을 설정.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C:/Projects/VS/DF_FW_Code/CodexManage/firmware/DF_Main/src/modules/DF_Main_LmWireControl.cpp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firmware/DF_Main/src/modules/DF_Main_LmWireControl.cpp:529</a:t>
            </a:r>
          </a:p>
          <a:p xmlns:a="http://schemas.openxmlformats.org/drawingml/2006/main">
            <a:r>
              <a:t>void lmLeft_Control()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firmware/DF_Main/src/modules/DF_Main_LmWireControl.cpp:538</a:t>
            </a:r>
          </a:p>
          <a:p xmlns:a="http://schemas.openxmlformats.org/drawingml/2006/main">
            <a:r>
              <a:t>void lmRight_Control()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firmware/DF_Main/src/modules/DF_Main_LmWireControl.cpp:542</a:t>
            </a:r>
          </a:p>
          <a:p xmlns:a="http://schemas.openxmlformats.org/drawingml/2006/main">
            <a:r>
              <a:t>void lmReturn_Control()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firmware/DF_Main/src/modules/DF_Main_LmWireControl.cpp:551</a:t>
            </a:r>
          </a:p>
          <a:p xmlns:a="http://schemas.openxmlformats.org/drawingml/2006/main">
            <a:r>
              <a:t>void anaMotOutRateSet(String msg)</a:t>
            </a:r>
          </a:p>
          <a:p xmlns:a="http://schemas.openxmlformats.org/drawingml/2006/main">
            <a:r>
              <a:t>역할: 모터 출력 배율 설정 문자열 해석.</a:t>
            </a:r>
          </a:p>
          <a:p xmlns:a="http://schemas.openxmlformats.org/drawingml/2006/main">
            <a:r>
              <a:t>본문 직접 호출명(정적 추출): msg.substring, toInt,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firmware/DF_Main/src/modules/DF_Main_LmWireControl.cpp:588</a:t>
            </a:r>
          </a:p>
          <a:p xmlns:a="http://schemas.openxmlformats.org/drawingml/2006/main">
            <a:r>
              <a:t>void checkRodTimer()</a:t>
            </a:r>
          </a:p>
          <a:p xmlns:a="http://schemas.openxmlformats.org/drawingml/2006/main">
            <a:r>
              <a:t>역할: Rod 상태 timeout과 연결 상태 변화를 AP에 알림.</a:t>
            </a:r>
          </a:p>
          <a:p xmlns:a="http://schemas.openxmlformats.org/drawingml/2006/main">
            <a:r>
              <a:t>본문 직접 호출명(정적 추출): StsSendPrintln,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firmware/DF_Main/src/modules/DF_Main_LmWireControl.cpp:731</a:t>
            </a:r>
          </a:p>
          <a:p xmlns:a="http://schemas.openxmlformats.org/drawingml/2006/main">
            <a:r>
              <a:t>void set_rod_conn_status(unsigned int sts)</a:t>
            </a:r>
          </a:p>
          <a:p xmlns:a="http://schemas.openxmlformats.org/drawingml/2006/main">
            <a:r>
              <a:t>역할: Rod 연결 상태 값을 갱신.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C:/Projects/VS/DF_FW_Code/CodexManage/firmware/DF_Main/src/modules/DF_Main_LmWireControl.cpp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firmware/DF_Main/src/modules/DF_Main_LmWireControl.cpp:742</a:t>
            </a:r>
          </a:p>
          <a:p xmlns:a="http://schemas.openxmlformats.org/drawingml/2006/main">
            <a:r>
              <a:t>void condition_fw_check_10ms()</a:t>
            </a:r>
          </a:p>
          <a:p xmlns:a="http://schemas.openxmlformats.org/drawingml/2006/main">
            <a:r>
              <a:t>역할: 게임 상태 변화에 맞춰 파형·저항 파라미터 갱신.</a:t>
            </a:r>
          </a:p>
          <a:p xmlns:a="http://schemas.openxmlformats.org/drawingml/2006/main">
            <a:r>
              <a:t>본문 직접 호출명(정적 추출): waveType_TorqSet, LogPrintln, String, HitType_TorqSet, fishKind_autoFromBreak, execHit_ResistRandomStart, execHit_SetBreakOnceStart, biteType_TorqSet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C:/Projects/VS/DF_FW_Code/CodexManage/firmware/DF_Main/src/modules/DF_Main_LmWireControl.cpp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firmware/DF_Main/src/modules/DF_Main_RodOtaRelay.cpp:10</a:t>
            </a:r>
          </a:p>
          <a:p xmlns:a="http://schemas.openxmlformats.org/drawingml/2006/main">
            <a:r>
              <a:t>static int DF_Main_RodOtaRelay_HexValue(char value)</a:t>
            </a:r>
          </a:p>
          <a:p xmlns:a="http://schemas.openxmlformats.org/drawingml/2006/main">
            <a:r>
              <a:t>역할: 16진수 문자 하나를 숫자로 변환; 잘못된 값은 거부.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firmware/DF_Main/src/modules/DF_Main_RodOtaRelay.cpp:18</a:t>
            </a:r>
          </a:p>
          <a:p xmlns:a="http://schemas.openxmlformats.org/drawingml/2006/main">
            <a:r>
              <a:t>static int DF_Main_RodOtaRelay_DecodeHex(const String&amp; text, unsigned char *output, unsigned int capacity)</a:t>
            </a:r>
          </a:p>
          <a:p xmlns:a="http://schemas.openxmlformats.org/drawingml/2006/main">
            <a:r>
              <a:t>역할: USB hex 문자열을 용량 검사하며 binary 버퍼로 변환.</a:t>
            </a:r>
          </a:p>
          <a:p xmlns:a="http://schemas.openxmlformats.org/drawingml/2006/main">
            <a:r>
              <a:t>본문 직접 호출명(정적 추출): text.length, DF_Main_RodOtaRelay_HexValue, text.charAt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firmware/DF_Main/src/modules/DF_Main_RodOtaRelay.cpp:35</a:t>
            </a:r>
          </a:p>
          <a:p xmlns:a="http://schemas.openxmlformats.org/drawingml/2006/main">
            <a:r>
              <a:t>static void DF_Main_RodOtaRelay_PrintHex(const unsigned char *data, unsigned int length)</a:t>
            </a:r>
          </a:p>
          <a:p xmlns:a="http://schemas.openxmlformats.org/drawingml/2006/main">
            <a:r>
              <a:t>역할: Rod ACK binary를 $OR hex 서비스 응답으로 출력.</a:t>
            </a:r>
          </a:p>
          <a:p xmlns:a="http://schemas.openxmlformats.org/drawingml/2006/main">
            <a:r>
              <a:t>본문 직접 호출명(정적 추출): Serial.print, Serial.println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firmware/DF_Main/src/modules/DF_Main_RodOtaRelay.cpp:49</a:t>
            </a:r>
          </a:p>
          <a:p xmlns:a="http://schemas.openxmlformats.org/drawingml/2006/main">
            <a:r>
              <a:t>int DF_Main_RodOtaRelay_HandlePcCommand(const String&amp; message)</a:t>
            </a:r>
          </a:p>
          <a:p xmlns:a="http://schemas.openxmlformats.org/drawingml/2006/main">
            <a:r>
              <a:t>역할: 등록·연결 조건과 frame을 검사해 단일 Rod로 중계.</a:t>
            </a:r>
          </a:p>
          <a:p xmlns:a="http://schemas.openxmlformats.org/drawingml/2006/main">
            <a:r>
              <a:t>본문 직접 호출명(정적 추출): message.startsWith, message.substring, hexText.endsWith, hexText.remove, hexText.length, DF_Main_RodOtaRelay_DecodeHex, DF_Protocol_RodOta_DecodeFrame, Serial.println, millis, eNow.writeRaw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firmware/DF_Main/src/modules/DF_Main_RodOtaRelay.cpp:99</a:t>
            </a:r>
          </a:p>
          <a:p xmlns:a="http://schemas.openxmlformats.org/drawingml/2006/main">
            <a:r>
              <a:t>int DF_Main_RodOtaRelay_HandleRodFrame(const unsigned char *data, unsigned int length, const unsigned char *sourceAddress)</a:t>
            </a:r>
          </a:p>
          <a:p xmlns:a="http://schemas.openxmlformats.org/drawingml/2006/main">
            <a:r>
              <a:t>역할: 등록 Rod에서 온 유효 ACK만 USB 응답으로 전달.</a:t>
            </a:r>
          </a:p>
          <a:p xmlns:a="http://schemas.openxmlformats.org/drawingml/2006/main">
            <a:r>
              <a:t>본문 직접 호출명(정적 추출): memcmp, DF_Protocol_RodOta_DecodeFrame, DF_Main_RodOtaRelay_PrintHex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C:/Projects/VS/DF_FW_Code/CodexManage/firmware/DF_Main/src/modules/DF_Main_RodOtaRelay.cpp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firmware/DF_Main/src/modules/DF_Main_Scheduler.cpp:4</a:t>
            </a:r>
          </a:p>
          <a:p xmlns:a="http://schemas.openxmlformats.org/drawingml/2006/main">
            <a:r>
              <a:t>void imuDataOutCmdSend(int onOff)</a:t>
            </a:r>
          </a:p>
          <a:p xmlns:a="http://schemas.openxmlformats.org/drawingml/2006/main">
            <a:r>
              <a:t>역할: Rod IMU 데이터 출력 시작/정지 요청 전송.</a:t>
            </a:r>
          </a:p>
          <a:p xmlns:a="http://schemas.openxmlformats.org/drawingml/2006/main">
            <a:r>
              <a:t>본문 직접 호출명(정적 추출): String, eNow.write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firmware/DF_Main/src/modules/DF_Main_Scheduler.cpp:14</a:t>
            </a:r>
          </a:p>
          <a:p xmlns:a="http://schemas.openxmlformats.org/drawingml/2006/main">
            <a:r>
              <a:t>void usb5vChange_Check()</a:t>
            </a:r>
          </a:p>
          <a:p xmlns:a="http://schemas.openxmlformats.org/drawingml/2006/main">
            <a:r>
              <a:t>역할: USB 5V 연결 변화를 확인하고 분리 시 출력 정지.</a:t>
            </a:r>
          </a:p>
          <a:p xmlns:a="http://schemas.openxmlformats.org/drawingml/2006/main">
            <a:r>
              <a:t>본문 직접 호출명(정적 추출): motor_AllOff, reelOut_AllOff, LogPrintln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firmware/DF_Main/src/modules/DF_Main_Scheduler.cpp:34</a:t>
            </a:r>
          </a:p>
          <a:p xmlns:a="http://schemas.openxmlformats.org/drawingml/2006/main">
            <a:r>
              <a:t>int DecodeLZ(unsigned char* src, unsigned char* dst, int opt)</a:t>
            </a:r>
          </a:p>
          <a:p xmlns:a="http://schemas.openxmlformats.org/drawingml/2006/main">
            <a:r>
              <a:t>역할: Main 다운로드용 LZ 데이터 블록 복원.</a:t>
            </a:r>
          </a:p>
          <a:p xmlns:a="http://schemas.openxmlformats.org/drawingml/2006/main">
            <a:r>
              <a:t>본문 직접 호출명(정적 추출): memcpy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firmware/DF_Main/src/modules/DF_Main_Scheduler.cpp:91</a:t>
            </a:r>
          </a:p>
          <a:p xmlns:a="http://schemas.openxmlformats.org/drawingml/2006/main">
            <a:r>
              <a:t>void Exec_Download(String msg)</a:t>
            </a:r>
          </a:p>
          <a:p xmlns:a="http://schemas.openxmlformats.org/drawingml/2006/main">
            <a:r>
              <a:t>역할: Main 자체 업데이트 처리; Rod 대상 R/r 명령은 거부.</a:t>
            </a:r>
          </a:p>
          <a:p xmlns:a="http://schemas.openxmlformats.org/drawingml/2006/main">
            <a:r>
              <a:t>본문 직접 호출명(정적 추출): msg.length, Update.hasError, Update.end, msg.substring, String, Resp2ApPrintln, Serial.flush, LogPrintln, LogPrintf, uxTaskGetStackHighWaterMark, delay, esp_soft_reset, Update.begin, DecodeLZ, memcpy, Update.write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firmware/DF_Main/src/modules/DF_Main_Scheduler.cpp:186</a:t>
            </a:r>
          </a:p>
          <a:p xmlns:a="http://schemas.openxmlformats.org/drawingml/2006/main">
            <a:r>
              <a:t>void Log_Control_Step()</a:t>
            </a:r>
          </a:p>
          <a:p xmlns:a="http://schemas.openxmlformats.org/drawingml/2006/main">
            <a:r>
              <a:t>역할: 게임·모터 제어의 현재 단계값을 로그 출력.</a:t>
            </a:r>
          </a:p>
          <a:p xmlns:a="http://schemas.openxmlformats.org/drawingml/2006/main">
            <a:r>
              <a:t>본문 직접 호출명(정적 추출):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firmware/DF_Main/src/modules/DF_Main_Scheduler.cpp:244</a:t>
            </a:r>
          </a:p>
          <a:p xmlns:a="http://schemas.openxmlformats.org/drawingml/2006/main">
            <a:r>
              <a:t>void reelAllOff_SendControl()</a:t>
            </a:r>
          </a:p>
          <a:p xmlns:a="http://schemas.openxmlformats.org/drawingml/2006/main">
            <a:r>
              <a:t>역할: Rod IMU·진동·LED·브레이크 OFF를 순차 전송.</a:t>
            </a:r>
          </a:p>
          <a:p xmlns:a="http://schemas.openxmlformats.org/drawingml/2006/main">
            <a:r>
              <a:t>본문 직접 호출명(정적 추출): setTO, checkTO, imuDataOutCmdSend, sendRodVrtCmd, sendRodBtnLedCmd, breakMotorOff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C:/Projects/VS/DF_FW_Code/CodexManage/firmware/DF_Main/src/modules/DF_Main_Scheduler.cpp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firmware/DF_Main/src/modules/DF_Main_Scheduler.cpp:313</a:t>
            </a:r>
          </a:p>
          <a:p xmlns:a="http://schemas.openxmlformats.org/drawingml/2006/main">
            <a:r>
              <a:t>void lmLongWireCheck_Start()</a:t>
            </a:r>
          </a:p>
          <a:p xmlns:a="http://schemas.openxmlformats.org/drawingml/2006/main">
            <a:r>
              <a:t>역할: 긴 와이어 감시 시작 상태 설정.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firmware/DF_Main/src/modules/DF_Main_Scheduler.cpp:321</a:t>
            </a:r>
          </a:p>
          <a:p xmlns:a="http://schemas.openxmlformats.org/drawingml/2006/main">
            <a:r>
              <a:t>void lmLongWireCheck_Stop()</a:t>
            </a:r>
          </a:p>
          <a:p xmlns:a="http://schemas.openxmlformats.org/drawingml/2006/main">
            <a:r>
              <a:t>역할: 긴 와이어 감시 정지 상태 설정.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firmware/DF_Main/src/modules/DF_Main_Scheduler.cpp:334</a:t>
            </a:r>
          </a:p>
          <a:p xmlns:a="http://schemas.openxmlformats.org/drawingml/2006/main">
            <a:r>
              <a:t>void checkBbnCcwCheck()</a:t>
            </a:r>
          </a:p>
          <a:p xmlns:a="http://schemas.openxmlformats.org/drawingml/2006/main">
            <a:r>
              <a:t>역할: 보빈 감김/풀림 조건에 따라 와이어 제어 요청.</a:t>
            </a:r>
          </a:p>
          <a:p xmlns:a="http://schemas.openxmlformats.org/drawingml/2006/main">
            <a:r>
              <a:t>본문 직접 호출명(정적 추출): lmWireControl_Start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firmware/DF_Main/src/modules/DF_Main_Scheduler.cpp:350</a:t>
            </a:r>
          </a:p>
          <a:p xmlns:a="http://schemas.openxmlformats.org/drawingml/2006/main">
            <a:r>
              <a:t>void lmWireControl_Start()</a:t>
            </a:r>
          </a:p>
          <a:p xmlns:a="http://schemas.openxmlformats.org/drawingml/2006/main">
            <a:r>
              <a:t>역할: 와이어 보정 상태기계 시작.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firmware/DF_Main/src/modules/DF_Main_Scheduler.cpp:356</a:t>
            </a:r>
          </a:p>
          <a:p xmlns:a="http://schemas.openxmlformats.org/drawingml/2006/main">
            <a:r>
              <a:t>void lmWireControl_End()</a:t>
            </a:r>
          </a:p>
          <a:p xmlns:a="http://schemas.openxmlformats.org/drawingml/2006/main">
            <a:r>
              <a:t>역할: 와이어 보정 정상 종료 상태 설정.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firmware/DF_Main/src/modules/DF_Main_Scheduler.cpp:361</a:t>
            </a:r>
          </a:p>
          <a:p xmlns:a="http://schemas.openxmlformats.org/drawingml/2006/main">
            <a:r>
              <a:t>void lmWireControl_Stop()</a:t>
            </a:r>
          </a:p>
          <a:p xmlns:a="http://schemas.openxmlformats.org/drawingml/2006/main">
            <a:r>
              <a:t>역할: 와이어 보정 실행 플래그 해제.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C:/Projects/VS/DF_FW_Code/CodexManage/firmware/DF_Main/src/modules/DF_Main_Scheduler.cpp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firmware/DF_Main/src/modules/DF_Main_Scheduler.cpp:378</a:t>
            </a:r>
          </a:p>
          <a:p xmlns:a="http://schemas.openxmlformats.org/drawingml/2006/main">
            <a:r>
              <a:t>void lmWireControl()</a:t>
            </a:r>
          </a:p>
          <a:p xmlns:a="http://schemas.openxmlformats.org/drawingml/2006/main">
            <a:r>
              <a:t>역할: 엔코더 목표와 시간에 따라 와이어 모터 출력 진행.</a:t>
            </a:r>
          </a:p>
          <a:p xmlns:a="http://schemas.openxmlformats.org/drawingml/2006/main">
            <a:r>
              <a:t>본문 직접 호출명(정적 추출): setTO, torqMotor.on, bbnMotor.onBldc, checkTO, bbnMotor.offBldc, lmWireControl_Stop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firmware/DF_Main/src/modules/DF_Main_Scheduler.cpp:492</a:t>
            </a:r>
          </a:p>
          <a:p xmlns:a="http://schemas.openxmlformats.org/drawingml/2006/main">
            <a:r>
              <a:t>void wat_isrLogOut()</a:t>
            </a:r>
          </a:p>
          <a:p xmlns:a="http://schemas.openxmlformats.org/drawingml/2006/main">
            <a:r>
              <a:t>역할: ISR 공유 데이터를 임계영역으로 읽고 loop에서 로그 출력.</a:t>
            </a:r>
          </a:p>
          <a:p xmlns:a="http://schemas.openxmlformats.org/drawingml/2006/main">
            <a:r>
              <a:t>본문 직접 호출명(정적 추출): portENTER_CRITICAL, portEXIT_CRITICAL,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firmware/DF_Main/src/modules/DF_Main_Scheduler.cpp:547</a:t>
            </a:r>
          </a:p>
          <a:p xmlns:a="http://schemas.openxmlformats.org/drawingml/2006/main">
            <a:r>
              <a:t>void t1ms_Process_Exec()</a:t>
            </a:r>
          </a:p>
          <a:p xmlns:a="http://schemas.openxmlformats.org/drawingml/2006/main">
            <a:r>
              <a:t>역할: 엔코더·장치 준비 검사·자동 토크 측정 처리.</a:t>
            </a:r>
          </a:p>
          <a:p xmlns:a="http://schemas.openxmlformats.org/drawingml/2006/main">
            <a:r>
              <a:t>본문 직접 호출명(정적 추출): mainEnc.rotate, devChkReady_Control, mainMot_MinOut_AutoSet_Control3_36PulseTime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firmware/DF_Main/src/modules/DF_Main_Scheduler.cpp:582</a:t>
            </a:r>
          </a:p>
          <a:p xmlns:a="http://schemas.openxmlformats.org/drawingml/2006/main">
            <a:r>
              <a:t>void t10ms_Process_Exec()</a:t>
            </a:r>
          </a:p>
          <a:p xmlns:a="http://schemas.openxmlformats.org/drawingml/2006/main">
            <a:r>
              <a:t>역할: 게임/진단/LED/전원/와이어 등 활성 제어를 주기 실행.</a:t>
            </a:r>
          </a:p>
          <a:p xmlns:a="http://schemas.openxmlformats.org/drawingml/2006/main">
            <a:r>
              <a:t>본문 직접 호출명(정적 추출): apPatternReq_Bite_Hold, diagInputMonitor, diagBbnMotor_TimeoutControl, diagBbnMotor_TokTokControl, bbnMotor_OffTime_Control, torqMotor_OffTime_Control, diagLmMotor_TimeoutControl, check_PowerSwitch_Change_10ms, extLed_Control, usb5vChange_Check, wireAging_Test_Control, wireAging_Test_Stop, stbyTorqOff_Control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firmware/DF_Main/src/modules/DF_Main_Scheduler.cpp:656</a:t>
            </a:r>
          </a:p>
          <a:p xmlns:a="http://schemas.openxmlformats.org/drawingml/2006/main">
            <a:r>
              <a:t>void t100ms_Process_Exec()</a:t>
            </a:r>
          </a:p>
          <a:p xmlns:a="http://schemas.openxmlformats.org/drawingml/2006/main">
            <a:r>
              <a:t>역할: 지연 로그·Rod 등록 timeout 처리.</a:t>
            </a:r>
          </a:p>
          <a:p xmlns:a="http://schemas.openxmlformats.org/drawingml/2006/main">
            <a:r>
              <a:t>본문 직접 호출명(정적 추출): setAfterTo_LogOut_Control, rodRegistToControl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firmware/DF_Main/src/modules/DF_Main_Scheduler.cpp:665</a:t>
            </a:r>
          </a:p>
          <a:p xmlns:a="http://schemas.openxmlformats.org/drawingml/2006/main">
            <a:r>
              <a:t>void t500ms_Process_Exec()</a:t>
            </a:r>
          </a:p>
          <a:p xmlns:a="http://schemas.openxmlformats.org/drawingml/2006/main">
            <a:r>
              <a:t>역할: 연결 상태에 따른 Main 보드 LED 처리.</a:t>
            </a:r>
          </a:p>
          <a:p xmlns:a="http://schemas.openxmlformats.org/drawingml/2006/main">
            <a:r>
              <a:t>본문 직접 호출명(정적 추출): boardLed_Control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C:/Projects/VS/DF_FW_Code/CodexManage/firmware/DF_Main/src/modules/DF_Main_Scheduler.cpp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firmware/DF_Main/src/modules/DF_Main_Scheduler.cpp:679</a:t>
            </a:r>
          </a:p>
          <a:p xmlns:a="http://schemas.openxmlformats.org/drawingml/2006/main">
            <a:r>
              <a:t>void t1sec_Process_Exec()</a:t>
            </a:r>
          </a:p>
          <a:p xmlns:a="http://schemas.openxmlformats.org/drawingml/2006/main">
            <a:r>
              <a:t>역할: 최초 상태 보고와 AP/Rod alive·연결 감시.</a:t>
            </a:r>
          </a:p>
          <a:p xmlns:a="http://schemas.openxmlformats.org/drawingml/2006/main">
            <a:r>
              <a:t>본문 직접 호출명(정적 추출): sendCmdSts_MainPwrOn, apAlive_Check, send2RodAlive_CntCheck, checkRodTimer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firmware/DF_Main/src/modules/DF_Main_Scheduler.cpp:701</a:t>
            </a:r>
          </a:p>
          <a:p xmlns:a="http://schemas.openxmlformats.org/drawingml/2006/main">
            <a:r>
              <a:t>void sendCmdSts_MainPwrOn()</a:t>
            </a:r>
          </a:p>
          <a:p xmlns:a="http://schemas.openxmlformats.org/drawingml/2006/main">
            <a:r>
              <a:t>역할: 최초 부팅 정보를 Rod/AP에 송신.</a:t>
            </a:r>
          </a:p>
          <a:p xmlns:a="http://schemas.openxmlformats.org/drawingml/2006/main">
            <a:r>
              <a:t>본문 직접 호출명(정적 추출): eNow.write, String, Resp2ApPrintln, LogPrintln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firmware/DF_Main/src/modules/DF_Main_Scheduler.cpp:741</a:t>
            </a:r>
          </a:p>
          <a:p xmlns:a="http://schemas.openxmlformats.org/drawingml/2006/main">
            <a:r>
              <a:t>void logUartRecvParsing()</a:t>
            </a:r>
          </a:p>
          <a:p xmlns:a="http://schemas.openxmlformats.org/drawingml/2006/main">
            <a:r>
              <a:t>역할: 로그 UART 문자를 프레임 버퍼로 조립.</a:t>
            </a:r>
          </a:p>
          <a:p xmlns:a="http://schemas.openxmlformats.org/drawingml/2006/main">
            <a:r>
              <a:t>본문 직접 호출명(정적 추출): LogSerial.available, LogSerial.read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firmware/DF_Main/src/modules/DF_Main_Scheduler.cpp:798</a:t>
            </a:r>
          </a:p>
          <a:p xmlns:a="http://schemas.openxmlformats.org/drawingml/2006/main">
            <a:r>
              <a:t>void logRecvHandler()</a:t>
            </a:r>
          </a:p>
          <a:p xmlns:a="http://schemas.openxmlformats.org/drawingml/2006/main">
            <a:r>
              <a:t>역할: 로그 UART 서비스 명령을 해석·분배.</a:t>
            </a:r>
          </a:p>
          <a:p xmlns:a="http://schemas.openxmlformats.org/drawingml/2006/main">
            <a:r>
              <a:t>본문 직접 호출명(정적 추출): msg.trim, msg.startsWith, anaRodRegist, LogPrintln, analedContCmd, eNow.write, Set_WaveData, Set_BiteData, Set_HitData, Set_BreakData, Set_BbnTokTokData, Set_ExtledData, Set_EnbData, Set_TorqAdjValData, anaRanding, Set_LedValue, mDiag_entry, diagInputTest, diagOutputTest, mDiag_exit, ana_SetDataSave, ana_TestExecution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firmware/DF_Main/src/modules/DF_Main_Scheduler.cpp:986</a:t>
            </a:r>
          </a:p>
          <a:p xmlns:a="http://schemas.openxmlformats.org/drawingml/2006/main">
            <a:r>
              <a:t>void extIOuartRecvHandler()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firmware/DF_Main/src/modules/DF_Main_Scheduler.cpp:1001</a:t>
            </a:r>
          </a:p>
          <a:p xmlns:a="http://schemas.openxmlformats.org/drawingml/2006/main">
            <a:r>
              <a:t>void imuInterval_Measure()</a:t>
            </a:r>
          </a:p>
          <a:p xmlns:a="http://schemas.openxmlformats.org/drawingml/2006/main">
            <a:r>
              <a:t>역할: IMU 수신 간격을 측정해 시험 도구에 응답.</a:t>
            </a:r>
          </a:p>
          <a:p xmlns:a="http://schemas.openxmlformats.org/drawingml/2006/main">
            <a:r>
              <a:t>본문 직접 호출명(정적 추출): fillZero4Char, Resp2ApPrintln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C:/Projects/VS/DF_FW_Code/CodexManage/firmware/DF_Main/src/modules/DF_Main_Scheduler.cpp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firmware/DF_Main/src/modules/DF_Main_Scheduler.cpp:1042</a:t>
            </a:r>
          </a:p>
          <a:p xmlns:a="http://schemas.openxmlformats.org/drawingml/2006/main">
            <a:r>
              <a:t>void nowRecvHandler()</a:t>
            </a:r>
          </a:p>
          <a:p xmlns:a="http://schemas.openxmlformats.org/drawingml/2006/main">
            <a:r>
              <a:t>역할: 고정 수신 슬롯을 소비하고 OTA를 먼저 분리한 뒤 일반 PID 처리.</a:t>
            </a:r>
          </a:p>
          <a:p xmlns:a="http://schemas.openxmlformats.org/drawingml/2006/main">
            <a:r>
              <a:t>본문 직접 호출명(정적 추출): DF_Main_Communication_ProcessSendResult, DF_Main_Communication_TakeReceived, DF_Main_RodOtaRelay_HandleRodFrame, now_msg_str, now_msg_str.substring, toInt, LogPrintln, String, now_msg_str.length, memcpy, rodRegistExec, StsSendPrintln, ApPrintln, imuInterval_Measure, setRod_Connected, Resp2ApPrintln, battLevelSet, now_cmd_data.substring, strRodBoardType.substring, LogPrintf, sendSleepEnable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firmware/DF_Main/src/modules/DF_Main_Scheduler.cpp:1286</a:t>
            </a:r>
          </a:p>
          <a:p xmlns:a="http://schemas.openxmlformats.org/drawingml/2006/main">
            <a:r>
              <a:t>void uartRecvParsing()</a:t>
            </a:r>
          </a:p>
          <a:p xmlns:a="http://schemas.openxmlformats.org/drawingml/2006/main">
            <a:r>
              <a:t>역할: USB 문자를 조립하고 다운로드 데이터 경로 분리.</a:t>
            </a:r>
          </a:p>
          <a:p xmlns:a="http://schemas.openxmlformats.org/drawingml/2006/main">
            <a:r>
              <a:t>본문 직접 호출명(정적 추출): Serial.available, Serial.read, rcvApMsg.substring, toInt, LogPrintf, min, Serial.readBytes, rcvApMsg.length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firmware/DF_Main/src/modules/DF_Main_Scheduler.cpp:1412</a:t>
            </a:r>
          </a:p>
          <a:p xmlns:a="http://schemas.openxmlformats.org/drawingml/2006/main">
            <a:r>
              <a:t>void uartRecvHandler()</a:t>
            </a:r>
          </a:p>
          <a:p xmlns:a="http://schemas.openxmlformats.org/drawingml/2006/main">
            <a:r>
              <a:t>역할: USB AP 프레임을 OTA/등록/게임/진단 명령으로 분배.</a:t>
            </a:r>
          </a:p>
          <a:p xmlns:a="http://schemas.openxmlformats.org/drawingml/2006/main">
            <a:r>
              <a:t>본문 직접 호출명(정적 추출): msg.trim, msg.startsWith, msg.length, LogPrintln, msg.substring, setTO, DF_Main_RodOtaRelay_HandlePcCommand, anaRodRegist, anaMainAlive, anaApInfo, anaTmInputTestReq, anaTmOutputTestReq, anaDeviceInfoReq, eNow.getMyAddress, eNow.getTargetAddress, Resp2ApPrintln, eNow.setTargetAddress, String, ana_MainMotControl, ana_AngleControl, ana_BobbinControl_Check, analedContCmd, eNow.write, anaGameStatus, anaGameStatusWAT, anaDeviceContReq, toInt, anaMotOutRateSet, mDiag_entry, diagInputTest, diagOutputTest, mDiag_exit, anaVrtMotCmd, anaBtnLedCmd, anaDevSetReq, rtsMsg.toInt, anaDevFunctionReq, ana_SetDataSave, Exec_Download, ana_TestExecution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firmware/DF_Main/src/modules/DF_Main_Scheduler.cpp:1793</a:t>
            </a:r>
          </a:p>
          <a:p xmlns:a="http://schemas.openxmlformats.org/drawingml/2006/main">
            <a:r>
              <a:t>String anaVrtMotCmd(String msg)</a:t>
            </a:r>
          </a:p>
          <a:p xmlns:a="http://schemas.openxmlformats.org/drawingml/2006/main">
            <a:r>
              <a:t>역할: 진동 요청 문자열을 Rod 프로토콜로 전달.</a:t>
            </a:r>
          </a:p>
          <a:p xmlns:a="http://schemas.openxmlformats.org/drawingml/2006/main">
            <a:r>
              <a:t>본문 직접 호출명(정적 추출): msg.substring, toInt, eNow.write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firmware/DF_Main/src/modules/DF_Main_Scheduler.cpp:1830</a:t>
            </a:r>
          </a:p>
          <a:p xmlns:a="http://schemas.openxmlformats.org/drawingml/2006/main">
            <a:r>
              <a:t>void ana_SetDataSave(String msg)</a:t>
            </a:r>
          </a:p>
          <a:p xmlns:a="http://schemas.openxmlformats.org/drawingml/2006/main">
            <a:r>
              <a:t>역할: 설정 저장/조회 및 ISR/PID 진단 명령 해석.</a:t>
            </a:r>
          </a:p>
          <a:p xmlns:a="http://schemas.openxmlformats.org/drawingml/2006/main">
            <a:r>
              <a:t>본문 직접 호출명(정적 추출): msg.substring, toInt, LogPrintln, String, wat_PidParaSet, Resp2ApPrintln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firmware/DF_Main/src/modules/DF_Main_Scheduler.cpp:1883</a:t>
            </a:r>
          </a:p>
          <a:p xmlns:a="http://schemas.openxmlformats.org/drawingml/2006/main">
            <a:r>
              <a:t>String anaBtnLedCmd(String msg)</a:t>
            </a:r>
          </a:p>
          <a:p xmlns:a="http://schemas.openxmlformats.org/drawingml/2006/main">
            <a:r>
              <a:t>역할: 버튼 LED 요청 문자열을 Rod 프로토콜로 전달.</a:t>
            </a:r>
          </a:p>
          <a:p xmlns:a="http://schemas.openxmlformats.org/drawingml/2006/main">
            <a:r>
              <a:t>본문 직접 호출명(정적 추출): msg.substring, toInt, eNow.write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C:/Projects/VS/DF_FW_Code/CodexManage/firmware/DF_Main/src/modules/DF_Main_Scheduler.cpp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firmware/DF_Main/src/modules/DF_Main_Scheduler.cpp:1931</a:t>
            </a:r>
          </a:p>
          <a:p xmlns:a="http://schemas.openxmlformats.org/drawingml/2006/main">
            <a:r>
              <a:t>String anaDevSetReq(String msg)</a:t>
            </a:r>
          </a:p>
          <a:p xmlns:a="http://schemas.openxmlformats.org/drawingml/2006/main">
            <a:r>
              <a:t>역할: 장치 설정 요청을 세부 설정 함수로 분배.</a:t>
            </a:r>
          </a:p>
          <a:p xmlns:a="http://schemas.openxmlformats.org/drawingml/2006/main">
            <a:r>
              <a:t>본문 직접 호출명(정적 추출): msg.substring, toInt, anaDevSet_MainMotor_AutoSet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firmware/DF_Main/src/modules/DF_Main_Scheduler.cpp:1963</a:t>
            </a:r>
          </a:p>
          <a:p xmlns:a="http://schemas.openxmlformats.org/drawingml/2006/main">
            <a:r>
              <a:t>String anaDevSet_MainMotor_AutoSet(String msg)</a:t>
            </a:r>
          </a:p>
          <a:p xmlns:a="http://schemas.openxmlformats.org/drawingml/2006/main">
            <a:r>
              <a:t>역할: 메인모터 최소 출력 자동 설정 시작/정지 해석.</a:t>
            </a:r>
          </a:p>
          <a:p xmlns:a="http://schemas.openxmlformats.org/drawingml/2006/main">
            <a:r>
              <a:t>본문 직접 호출명(정적 추출): msg.substring, toInt, mainMot_MinOut_AutoSet_Stop, mainMot_MinOut_AutoSet_Start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firmware/DF_Main/src/modules/DF_Main_Scheduler.cpp:1991</a:t>
            </a:r>
          </a:p>
          <a:p xmlns:a="http://schemas.openxmlformats.org/drawingml/2006/main">
            <a:r>
              <a:t>String anaDevFunctionReq(String msg)</a:t>
            </a:r>
          </a:p>
          <a:p xmlns:a="http://schemas.openxmlformats.org/drawingml/2006/main">
            <a:r>
              <a:t>역할: 장치 기능 요청을 세부 기능 함수로 분배.</a:t>
            </a:r>
          </a:p>
          <a:p xmlns:a="http://schemas.openxmlformats.org/drawingml/2006/main">
            <a:r>
              <a:t>본문 직접 호출명(정적 추출): msg.substring, toInt, anaDevFunc_wireAging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firmware/DF_Main/src/modules/DF_Main_Scheduler.cpp:2024</a:t>
            </a:r>
          </a:p>
          <a:p xmlns:a="http://schemas.openxmlformats.org/drawingml/2006/main">
            <a:r>
              <a:t>String anaDevFunc_wireAging(String msg)</a:t>
            </a:r>
          </a:p>
          <a:p xmlns:a="http://schemas.openxmlformats.org/drawingml/2006/main">
            <a:r>
              <a:t>역할: 와이어 에이징 시험 시작/정지 요청 해석.</a:t>
            </a:r>
          </a:p>
          <a:p xmlns:a="http://schemas.openxmlformats.org/drawingml/2006/main">
            <a:r>
              <a:t>본문 직접 호출명(정적 추출): msg.substring, toInt, wireAging_Test_Stop, wireAging_Test_Start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firmware/DF_Main/src/modules/DF_Main_Scheduler.cpp:2051</a:t>
            </a:r>
          </a:p>
          <a:p xmlns:a="http://schemas.openxmlformats.org/drawingml/2006/main">
            <a:r>
              <a:t>void mainMot_MinOut_AutoSet_Start(String msg)</a:t>
            </a:r>
          </a:p>
          <a:p xmlns:a="http://schemas.openxmlformats.org/drawingml/2006/main">
            <a:r>
              <a:t>역할: 자동 최소 출력 측정 상태 시작.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firmware/DF_Main/src/modules/DF_Main_Scheduler.cpp:2057</a:t>
            </a:r>
          </a:p>
          <a:p xmlns:a="http://schemas.openxmlformats.org/drawingml/2006/main">
            <a:r>
              <a:t>void mainMot_MinOut_AutoSet_Stop(String msg)</a:t>
            </a:r>
          </a:p>
          <a:p xmlns:a="http://schemas.openxmlformats.org/drawingml/2006/main">
            <a:r>
              <a:t>역할: 자동 측정 정지 후 토크 기본값·BLDC 정지 복귀.</a:t>
            </a:r>
          </a:p>
          <a:p xmlns:a="http://schemas.openxmlformats.org/drawingml/2006/main">
            <a:r>
              <a:t>본문 직접 호출명(정적 추출): torqMotor_DefaultOut, bbnMotor.offBldc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C:/Projects/VS/DF_FW_Code/CodexManage/firmware/DF_Main/src/modules/DF_Main_Scheduler.cpp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firmware/DF_Main/src/modules/DF_Main_Scheduler.cpp:2066</a:t>
            </a:r>
          </a:p>
          <a:p xmlns:a="http://schemas.openxmlformats.org/drawingml/2006/main">
            <a:r>
              <a:t>void torqMotor_DefaultOut()</a:t>
            </a:r>
          </a:p>
          <a:p xmlns:a="http://schemas.openxmlformats.org/drawingml/2006/main">
            <a:r>
              <a:t>역할: 토크모터 출력을 현재 기본값으로 복귀.</a:t>
            </a:r>
          </a:p>
          <a:p xmlns:a="http://schemas.openxmlformats.org/drawingml/2006/main">
            <a:r>
              <a:t>본문 직접 호출명(정적 추출): torqMotor.setValue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firmware/DF_Main/src/modules/DF_Main_Scheduler.cpp:2130</a:t>
            </a:r>
          </a:p>
          <a:p xmlns:a="http://schemas.openxmlformats.org/drawingml/2006/main">
            <a:r>
              <a:t>void mainMot_MinOut_AutoSet_Control1_Period()</a:t>
            </a:r>
          </a:p>
          <a:p xmlns:a="http://schemas.openxmlformats.org/drawingml/2006/main">
            <a:r>
              <a:t>역할: 주기 측정 기반의 이전 최소 출력 자동 설정 경로.</a:t>
            </a:r>
          </a:p>
          <a:p xmlns:a="http://schemas.openxmlformats.org/drawingml/2006/main">
            <a:r>
              <a:t>본문 직접 호출명(정적 추출): torqOff, bbnMotor.offBldc, setTO, checkTO, bbnMotor.onBldc, torqMotor.setValue, portENTER_CRITICAL, portEXIT_CRITICAL, fsInfo.saveInfo, String, Resp2ApPrintln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firmware/DF_Main/src/modules/DF_Main_Scheduler.cpp:2505</a:t>
            </a:r>
          </a:p>
          <a:p xmlns:a="http://schemas.openxmlformats.org/drawingml/2006/main">
            <a:r>
              <a:t>void mainMot_MinOut_AutoSet_Control2_Time()</a:t>
            </a:r>
          </a:p>
          <a:p xmlns:a="http://schemas.openxmlformats.org/drawingml/2006/main">
            <a:r>
              <a:t>역할: 목표 속도 도달 시간 기반 자동 설정 경로.</a:t>
            </a:r>
          </a:p>
          <a:p xmlns:a="http://schemas.openxmlformats.org/drawingml/2006/main">
            <a:r>
              <a:t>본문 직접 호출명(정적 추출): torqOff, bbnMotor.offBldc, setTO, checkTO, torqMotor.setValue, portENTER_CRITICAL, portEXIT_CRITICAL, getTO, bbnMotor.onBldc, fsInfo.saveInfo, String, Resp2ApPrintln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firmware/DF_Main/src/modules/DF_Main_Scheduler.cpp:2823</a:t>
            </a:r>
          </a:p>
          <a:p xmlns:a="http://schemas.openxmlformats.org/drawingml/2006/main">
            <a:r>
              <a:t>void mainMot_MinOut_AutoSet_Control3_36PulseTime()</a:t>
            </a:r>
          </a:p>
          <a:p xmlns:a="http://schemas.openxmlformats.org/drawingml/2006/main">
            <a:r>
              <a:t>역할: 36펄스 경과 시간으로 토크 기준을 산출·저장·응답.</a:t>
            </a:r>
          </a:p>
          <a:p xmlns:a="http://schemas.openxmlformats.org/drawingml/2006/main">
            <a:r>
              <a:t>본문 직접 호출명(정적 추출): torqOff, bbnMotor.offBldc, setTO, checkTO, torqMotor.setValue, portENTER_CRITICAL, portEXIT_CRITICAL, getTO, bbnMotor.onBldc, fsInfo.saveInfo, String, Resp2ApPrintln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firmware/DF_Main/src/modules/DF_Main_Scheduler.cpp:3151</a:t>
            </a:r>
          </a:p>
          <a:p xmlns:a="http://schemas.openxmlformats.org/drawingml/2006/main">
            <a:r>
              <a:t>void stbyTorqOffControl_Start()</a:t>
            </a:r>
          </a:p>
          <a:p xmlns:a="http://schemas.openxmlformats.org/drawingml/2006/main">
            <a:r>
              <a:t>역할: 대기 중 엔코더 정지 감시·토크 OFF 상태 시작.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firmware/DF_Main/src/modules/DF_Main_Scheduler.cpp:3167</a:t>
            </a:r>
          </a:p>
          <a:p xmlns:a="http://schemas.openxmlformats.org/drawingml/2006/main">
            <a:r>
              <a:t>void stbyTorqOffControl_Stop(int flag)</a:t>
            </a:r>
          </a:p>
          <a:p xmlns:a="http://schemas.openxmlformats.org/drawingml/2006/main">
            <a:r>
              <a:t>역할: 대기 토크 OFF 제어를 정지하고 필요 시 기본 출력 복귀.</a:t>
            </a:r>
          </a:p>
          <a:p xmlns:a="http://schemas.openxmlformats.org/drawingml/2006/main">
            <a:r>
              <a:t>본문 직접 호출명(정적 추출): torqMotor.setValue, bbnMotor.offBldc, send2resp_FwSelfControlCmd, Resp2ApPrintln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C:/Projects/VS/DF_FW_Code/CodexManage/firmware/DF_Main/src/modules/DF_Main_Scheduler.cpp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firmware/DF_Main/src/modules/DF_Main_Scheduler.cpp:3198</a:t>
            </a:r>
          </a:p>
          <a:p xmlns:a="http://schemas.openxmlformats.org/drawingml/2006/main">
            <a:r>
              <a:t>void stbyTorqOff_ReqCheck()</a:t>
            </a:r>
          </a:p>
          <a:p xmlns:a="http://schemas.openxmlformats.org/drawingml/2006/main">
            <a:r>
              <a:t>역할: 대기 토크 OFF 허용 조건이면 자동 제어 시작.</a:t>
            </a:r>
          </a:p>
          <a:p xmlns:a="http://schemas.openxmlformats.org/drawingml/2006/main">
            <a:r>
              <a:t>본문 직접 호출명(정적 추출): stbyTorqOffControl_Start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firmware/DF_Main/src/modules/DF_Main_Scheduler.cpp:3231</a:t>
            </a:r>
          </a:p>
          <a:p xmlns:a="http://schemas.openxmlformats.org/drawingml/2006/main">
            <a:r>
              <a:t>void stbyTorqOff_Control()</a:t>
            </a:r>
          </a:p>
          <a:p xmlns:a="http://schemas.openxmlformats.org/drawingml/2006/main">
            <a:r>
              <a:t>역할: 엔코더 정지·상태 변경 조건으로 대기 토크 출력 조정.</a:t>
            </a:r>
          </a:p>
          <a:p xmlns:a="http://schemas.openxmlformats.org/drawingml/2006/main">
            <a:r>
              <a:t>본문 직접 호출명(정적 추출): bbnMotor.offBldc, setTO, checkTO, torqMotor.setValue, torqOff, send2resp_FwSelfControlCmd, Resp2ApPrintln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firmware/DF_Main/src/modules/DF_Main_Scheduler.cpp:3556</a:t>
            </a:r>
          </a:p>
          <a:p xmlns:a="http://schemas.openxmlformats.org/drawingml/2006/main">
            <a:r>
              <a:t>void wireAging_Test_Start(String msg)</a:t>
            </a:r>
          </a:p>
          <a:p xmlns:a="http://schemas.openxmlformats.org/drawingml/2006/main">
            <a:r>
              <a:t>역할: 와이어 에이징 설정값을 읽고 반복 시험 시작.</a:t>
            </a:r>
          </a:p>
          <a:p xmlns:a="http://schemas.openxmlformats.org/drawingml/2006/main">
            <a:r>
              <a:t>본문 직접 호출명(정적 추출): splitTextToStrings, msg.substring, toInt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firmware/DF_Main/src/modules/DF_Main_Scheduler.cpp:3583</a:t>
            </a:r>
          </a:p>
          <a:p xmlns:a="http://schemas.openxmlformats.org/drawingml/2006/main">
            <a:r>
              <a:t>unsigned short splitTextToStrings(String msg, String *s)</a:t>
            </a:r>
          </a:p>
          <a:p xmlns:a="http://schemas.openxmlformats.org/drawingml/2006/main">
            <a:r>
              <a:t>역할: 구분자 기반 문자열을 여러 설정값으로 분리.</a:t>
            </a:r>
          </a:p>
          <a:p xmlns:a="http://schemas.openxmlformats.org/drawingml/2006/main">
            <a:r>
              <a:t>본문 직접 호출명(정적 추출): msg.indexOf, msg.substring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firmware/DF_Main/src/modules/DF_Main_Scheduler.cpp:3604</a:t>
            </a:r>
          </a:p>
          <a:p xmlns:a="http://schemas.openxmlformats.org/drawingml/2006/main">
            <a:r>
              <a:t>void wireAging_Test_Stop(String msg)</a:t>
            </a:r>
          </a:p>
          <a:p xmlns:a="http://schemas.openxmlformats.org/drawingml/2006/main">
            <a:r>
              <a:t>역할: 와이어 반복 시험을 정지하고 토크 출력 해제.</a:t>
            </a:r>
          </a:p>
          <a:p xmlns:a="http://schemas.openxmlformats.org/drawingml/2006/main">
            <a:r>
              <a:t>본문 직접 호출명(정적 추출): torqOff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firmware/DF_Main/src/modules/DF_Main_Scheduler.cpp:3612</a:t>
            </a:r>
          </a:p>
          <a:p xmlns:a="http://schemas.openxmlformats.org/drawingml/2006/main">
            <a:r>
              <a:t>void wireAging_Test_Control()</a:t>
            </a:r>
          </a:p>
          <a:p xmlns:a="http://schemas.openxmlformats.org/drawingml/2006/main">
            <a:r>
              <a:t>역할: 토크·보빈 왕복 시험과 엔코더 목표·timeout 검사.</a:t>
            </a:r>
          </a:p>
          <a:p xmlns:a="http://schemas.openxmlformats.org/drawingml/2006/main">
            <a:r>
              <a:t>본문 직접 호출명(정적 추출): torqOff, bbnMotor.offBldc, setTO, checkTO, torqMotor.setValue, bbnMotor.onBldc, Resp2ApPrintln, portENTER_CRITICAL, portEXIT_CRITICAL,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C:/Projects/VS/DF_FW_Code/CodexManage/firmware/DF_Main/src/modules/DF_Main_Scheduler.cpp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firmware/DF_Main/src/modules/DF_Main_Scheduler.cpp:3927</a:t>
            </a:r>
          </a:p>
          <a:p xmlns:a="http://schemas.openxmlformats.org/drawingml/2006/main">
            <a:r>
              <a:t>void boardLed_Control()</a:t>
            </a:r>
          </a:p>
          <a:p xmlns:a="http://schemas.openxmlformats.org/drawingml/2006/main">
            <a:r>
              <a:t>역할: AP/Rod 연결 조합에 따라 보드 LED 패턴 선택.</a:t>
            </a:r>
          </a:p>
          <a:p xmlns:a="http://schemas.openxmlformats.org/drawingml/2006/main">
            <a:r>
              <a:t>본문 직접 호출명(정적 추출): digitalWrite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firmware/DF_Main/src/modules/DF_Main_Scheduler.cpp:3986</a:t>
            </a:r>
          </a:p>
          <a:p xmlns:a="http://schemas.openxmlformats.org/drawingml/2006/main">
            <a:r>
              <a:t>void read_input_1ms()</a:t>
            </a:r>
          </a:p>
          <a:p xmlns:a="http://schemas.openxmlformats.org/drawingml/2006/main">
            <a:r>
              <a:t>역할: 빠른 입력을 읽고 필터·상승/하강 에지 갱신.</a:t>
            </a:r>
          </a:p>
          <a:p xmlns:a="http://schemas.openxmlformats.org/drawingml/2006/main">
            <a:r>
              <a:t>본문 직접 호출명(정적 추출): digitalRead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firmware/DF_Main/src/modules/DF_Main_Scheduler.cpp:4026</a:t>
            </a:r>
          </a:p>
          <a:p xmlns:a="http://schemas.openxmlformats.org/drawingml/2006/main">
            <a:r>
              <a:t>void read_input_10ms()</a:t>
            </a:r>
          </a:p>
          <a:p xmlns:a="http://schemas.openxmlformats.org/drawingml/2006/main">
            <a:r>
              <a:t>역할: 일반 디지털 입력을 읽고 상태·에지 갱신.</a:t>
            </a:r>
          </a:p>
          <a:p xmlns:a="http://schemas.openxmlformats.org/drawingml/2006/main">
            <a:r>
              <a:t>본문 직접 호출명(정적 추출): digitalRead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firmware/DF_Main/src/modules/DF_Main_Scheduler.cpp:4058</a:t>
            </a:r>
          </a:p>
          <a:p xmlns:a="http://schemas.openxmlformats.org/drawingml/2006/main">
            <a:r>
              <a:t>void read_input_100ms()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firmware/DF_Main/src/modules/DF_Main_Scheduler.cpp:4074</a:t>
            </a:r>
          </a:p>
          <a:p xmlns:a="http://schemas.openxmlformats.org/drawingml/2006/main">
            <a:r>
              <a:t>void eeprom_test()</a:t>
            </a:r>
          </a:p>
          <a:p xmlns:a="http://schemas.openxmlformats.org/drawingml/2006/main">
            <a:r>
              <a:t>역할: 외부 EEPROM 읽기·쓰기 시험; 일반 조회용이 아님.</a:t>
            </a:r>
          </a:p>
          <a:p xmlns:a="http://schemas.openxmlformats.org/drawingml/2006/main">
            <a:r>
              <a:t>본문 직접 호출명(정적 추출): eNvm.readSend, delay, eNvm.read, eNvm.grazingGeddong, eNvm.write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firmware/DF_Main/src/modules/DF_Main_Scheduler.cpp:4171</a:t>
            </a:r>
          </a:p>
          <a:p xmlns:a="http://schemas.openxmlformats.org/drawingml/2006/main">
            <a:r>
              <a:t>void subAc_Control_atReset()</a:t>
            </a:r>
          </a:p>
          <a:p xmlns:a="http://schemas.openxmlformats.org/drawingml/2006/main">
            <a:r>
              <a:t>역할: 리셋 시 전원 조건에 따라 AC·모터·LED 상태 설정.</a:t>
            </a:r>
          </a:p>
          <a:p xmlns:a="http://schemas.openxmlformats.org/drawingml/2006/main">
            <a:r>
              <a:t>본문 직접 호출명(정적 추출): LogPrintln, subAC_On, motor_AllOff, ledOn_MbBtm, reelOut_AllOff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C:/Projects/VS/DF_FW_Code/CodexManage/firmware/DF_Main/src/modules/DF_Main_Scheduler.cpp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firmware/DF_Main/src/modules/DF_Main_Scheduler.cpp:4201</a:t>
            </a:r>
          </a:p>
          <a:p xmlns:a="http://schemas.openxmlformats.org/drawingml/2006/main">
            <a:r>
              <a:t>short setConfig()</a:t>
            </a:r>
          </a:p>
          <a:p xmlns:a="http://schemas.openxmlformats.org/drawingml/2006/main">
            <a:r>
              <a:t>역할: 설정 ADC를 읽어 현재 구성 값을 판정.</a:t>
            </a:r>
          </a:p>
          <a:p xmlns:a="http://schemas.openxmlformats.org/drawingml/2006/main">
            <a:r>
              <a:t>본문 직접 호출명(정적 추출): pinMode, delay, analogRead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firmware/DF_Main/src/modules/DF_Main_Scheduler.cpp:4251</a:t>
            </a:r>
          </a:p>
          <a:p xmlns:a="http://schemas.openxmlformats.org/drawingml/2006/main">
            <a:r>
              <a:t>void ioLedOffSetting()</a:t>
            </a:r>
          </a:p>
          <a:p xmlns:a="http://schemas.openxmlformats.org/drawingml/2006/main">
            <a:r>
              <a:t>역할: LED 관련 핀·출력 장치를 초기화.</a:t>
            </a:r>
          </a:p>
          <a:p xmlns:a="http://schemas.openxmlformats.org/drawingml/2006/main">
            <a:r>
              <a:t>본문 직접 호출명(정적 추출): pinMode, extLed.init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firmware/DF_Main/src/modules/DF_Main_Scheduler.cpp:4271</a:t>
            </a:r>
          </a:p>
          <a:p xmlns:a="http://schemas.openxmlformats.org/drawingml/2006/main">
            <a:r>
              <a:t>void ioPinSetting()</a:t>
            </a:r>
          </a:p>
          <a:p xmlns:a="http://schemas.openxmlformats.org/drawingml/2006/main">
            <a:r>
              <a:t>역할: 현재 제품 GPIO 입출력 모드와 초기 출력 설정.</a:t>
            </a:r>
          </a:p>
          <a:p xmlns:a="http://schemas.openxmlformats.org/drawingml/2006/main">
            <a:r>
              <a:t>본문 직접 호출명(정적 추출): pinMode, digitalWrite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firmware/DF_Main/src/modules/DF_Main_Scheduler.cpp:4355</a:t>
            </a:r>
          </a:p>
          <a:p xmlns:a="http://schemas.openxmlformats.org/drawingml/2006/main">
            <a:r>
              <a:t>void wat_PidParaSet(String msg)</a:t>
            </a:r>
          </a:p>
          <a:p xmlns:a="http://schemas.openxmlformats.org/drawingml/2006/main">
            <a:r>
              <a:t>역할: PID 시험 파라미터 문자열 해석·갱신.</a:t>
            </a:r>
          </a:p>
          <a:p xmlns:a="http://schemas.openxmlformats.org/drawingml/2006/main">
            <a:r>
              <a:t>본문 직접 호출명(정적 추출): msg.substring, toInt, toDouble,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firmware/DF_Main/src/modules/DF_Main_Scheduler.cpp:4371</a:t>
            </a:r>
          </a:p>
          <a:p xmlns:a="http://schemas.openxmlformats.org/drawingml/2006/main">
            <a:r>
              <a:t>void wat_HookRandCheckExec()</a:t>
            </a:r>
          </a:p>
          <a:p xmlns:a="http://schemas.openxmlformats.org/drawingml/2006/main">
            <a:r>
              <a:t>역할: ISR 공유 후킹/랜딩 검사 플래그 갱신.</a:t>
            </a:r>
          </a:p>
          <a:p xmlns:a="http://schemas.openxmlformats.org/drawingml/2006/main">
            <a:r>
              <a:t>본문 직접 호출명(정적 추출): portENTER_CRITICAL, portEXIT_CRITICAL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firmware/DF_Main/src/modules/DF_Main_Scheduler.cpp:4378</a:t>
            </a:r>
          </a:p>
          <a:p xmlns:a="http://schemas.openxmlformats.org/drawingml/2006/main">
            <a:r>
              <a:t>void wat_PidStart_TargetSet(short _targetDist)</a:t>
            </a:r>
          </a:p>
          <a:p xmlns:a="http://schemas.openxmlformats.org/drawingml/2006/main">
            <a:r>
              <a:t>역할: 임계영역 내 PID 목표 거리·실행 상태 설정.</a:t>
            </a:r>
          </a:p>
          <a:p xmlns:a="http://schemas.openxmlformats.org/drawingml/2006/main">
            <a:r>
              <a:t>본문 직접 호출명(정적 추출): portENTER_CRITICAL, portEXIT_CRITICAL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C:/Projects/VS/DF_FW_Code/CodexManage/firmware/DF_Main/src/modules/DF_Main_Scheduler.cpp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firmware/DF_Main/src/modules/DF_Main_Scheduler.cpp:4388</a:t>
            </a:r>
          </a:p>
          <a:p xmlns:a="http://schemas.openxmlformats.org/drawingml/2006/main">
            <a:r>
              <a:t>void wat_PidStop()</a:t>
            </a:r>
          </a:p>
          <a:p xmlns:a="http://schemas.openxmlformats.org/drawingml/2006/main">
            <a:r>
              <a:t>역할: 임계영역 내 PID 실행 상태 해제.</a:t>
            </a:r>
          </a:p>
          <a:p xmlns:a="http://schemas.openxmlformats.org/drawingml/2006/main">
            <a:r>
              <a:t>본문 직접 호출명(정적 추출): portENTER_CRITICAL, portEXIT_CRITICAL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firmware/DF_Main/src/modules/DF_Main_Scheduler.cpp:4406</a:t>
            </a:r>
          </a:p>
          <a:p xmlns:a="http://schemas.openxmlformats.org/drawingml/2006/main">
            <a:r>
              <a:t>void IRAM_ATTR ISR_onTimerHandler()</a:t>
            </a:r>
          </a:p>
          <a:p xmlns:a="http://schemas.openxmlformats.org/drawingml/2006/main">
            <a:r>
              <a:t>역할: 100µs 인터럽트에서 시간 계수와 1ms 기준 갱신.</a:t>
            </a:r>
          </a:p>
          <a:p xmlns:a="http://schemas.openxmlformats.org/drawingml/2006/main">
            <a:r>
              <a:t>본문 직접 호출명(정적 추출): portENTER_CRITICAL_ISR, portEXIT_CRITICAL_ISR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firmware/DF_Main/src/modules/DF_Main_Scheduler.cpp:4434</a:t>
            </a:r>
          </a:p>
          <a:p xmlns:a="http://schemas.openxmlformats.org/drawingml/2006/main">
            <a:r>
              <a:t>void IRAM_ATTR ISR_encIntrHandle()</a:t>
            </a:r>
          </a:p>
          <a:p xmlns:a="http://schemas.openxmlformats.org/drawingml/2006/main">
            <a:r>
              <a:t>역할: 엔코더 에지의 시간·방향·카운트·거리를 기록.</a:t>
            </a:r>
          </a:p>
          <a:p xmlns:a="http://schemas.openxmlformats.org/drawingml/2006/main">
            <a:r>
              <a:t>본문 직접 호출명(정적 추출): portENTER_CRITICAL_ISR, portEXIT_CRITICAL_ISR, digitalRead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firmware/DF_Main/src/modules/DF_Main_Scheduler.cpp:4508</a:t>
            </a:r>
          </a:p>
          <a:p xmlns:a="http://schemas.openxmlformats.org/drawingml/2006/main">
            <a:r>
              <a:t>void spi_out(int _pin, int _val)</a:t>
            </a:r>
          </a:p>
          <a:p xmlns:a="http://schemas.openxmlformats.org/drawingml/2006/main">
            <a:r>
              <a:t>역할: 지정 chip-select로 SPI 출력값 전송.</a:t>
            </a:r>
          </a:p>
          <a:p xmlns:a="http://schemas.openxmlformats.org/drawingml/2006/main">
            <a:r>
              <a:t>본문 직접 호출명(정적 추출): digitalWrite, SPI.transfer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firmware/DF_Main/src/modules/DF_Main_Scheduler.cpp:4523</a:t>
            </a:r>
          </a:p>
          <a:p xmlns:a="http://schemas.openxmlformats.org/drawingml/2006/main">
            <a:r>
              <a:t>void system_counter()</a:t>
            </a:r>
          </a:p>
          <a:p xmlns:a="http://schemas.openxmlformats.org/drawingml/2006/main">
            <a:r>
              <a:t>역할: ISR 시간값을 안전하게 읽어 주기별 대기 카운터 누적.</a:t>
            </a:r>
          </a:p>
          <a:p xmlns:a="http://schemas.openxmlformats.org/drawingml/2006/main">
            <a:r>
              <a:t>본문 직접 호출명(정적 추출): portENTER_CRITICAL, portEXIT_CRITICAL,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firmware/DF_Main/src/modules/DF_Main_Scheduler.cpp:4644</a:t>
            </a:r>
          </a:p>
          <a:p xmlns:a="http://schemas.openxmlformats.org/drawingml/2006/main">
            <a:r>
              <a:t>int getBoardType()</a:t>
            </a:r>
          </a:p>
          <a:p xmlns:a="http://schemas.openxmlformats.org/drawingml/2006/main">
            <a:r>
              <a:t>역할: 고정 Main 보드 타입 반환.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C:/Projects/VS/DF_FW_Code/CodexManage/firmware/DF_Main/src/modules/DF_Main_Scheduler.cpp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firmware/DF_Main/src/Potentiometer.cpp:8</a:t>
            </a:r>
          </a:p>
          <a:p xmlns:a="http://schemas.openxmlformats.org/drawingml/2006/main">
            <a:r>
              <a:t>Potentiometer::Potentiometer()</a:t>
            </a:r>
          </a:p>
          <a:p xmlns:a="http://schemas.openxmlformats.org/drawingml/2006/main">
            <a:r>
              <a:t>역할: 생성자; 별도 초기화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firmware/DF_Main/src/Potentiometer.cpp:16</a:t>
            </a:r>
          </a:p>
          <a:p xmlns:a="http://schemas.openxmlformats.org/drawingml/2006/main">
            <a:r>
              <a:t>void Potentiometer::init()</a:t>
            </a:r>
          </a:p>
          <a:p xmlns:a="http://schemas.openxmlformats.org/drawingml/2006/main">
            <a:r>
              <a:t>역할: 디지털 포텐셔미터용 SPI와 초기 출력 설정.</a:t>
            </a:r>
          </a:p>
          <a:p xmlns:a="http://schemas.openxmlformats.org/drawingml/2006/main">
            <a:r>
              <a:t>본문 직접 호출명(정적 추출): SPI.begin, digitalPortWrite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firmware/DF_Main/src/Potentiometer.cpp:25</a:t>
            </a:r>
          </a:p>
          <a:p xmlns:a="http://schemas.openxmlformats.org/drawingml/2006/main">
            <a:r>
              <a:t>void Potentiometer::digitalPortWrite(int _pinNum, int _val)</a:t>
            </a:r>
          </a:p>
          <a:p xmlns:a="http://schemas.openxmlformats.org/drawingml/2006/main">
            <a:r>
              <a:t>역할: chip-select를 제어하며 SPI 값 전송.</a:t>
            </a:r>
          </a:p>
          <a:p xmlns:a="http://schemas.openxmlformats.org/drawingml/2006/main">
            <a:r>
              <a:t>본문 직접 호출명(정적 추출): digitalWrite, SPI.transfer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firmware/DF_Main/src/Potentiometer.cpp:37</a:t>
            </a:r>
          </a:p>
          <a:p xmlns:a="http://schemas.openxmlformats.org/drawingml/2006/main">
            <a:r>
              <a:t>void Potentiometer::setValue(String _val)</a:t>
            </a:r>
          </a:p>
          <a:p xmlns:a="http://schemas.openxmlformats.org/drawingml/2006/main">
            <a:r>
              <a:t>역할: 입력값을 해석해 디지털 포텐셔미터 출력 함수 호출.</a:t>
            </a:r>
          </a:p>
          <a:p xmlns:a="http://schemas.openxmlformats.org/drawingml/2006/main">
            <a:r>
              <a:t>본문 직접 호출명(정적 추출): _val.substring, toInt, outValue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firmware/DF_Main/src/Potentiometer.cpp:49</a:t>
            </a:r>
          </a:p>
          <a:p xmlns:a="http://schemas.openxmlformats.org/drawingml/2006/main">
            <a:r>
              <a:t>void Potentiometer::setValue(int val)</a:t>
            </a:r>
          </a:p>
          <a:p xmlns:a="http://schemas.openxmlformats.org/drawingml/2006/main">
            <a:r>
              <a:t>역할: 입력값을 해석해 디지털 포텐셔미터 출력 함수 호출.</a:t>
            </a:r>
          </a:p>
          <a:p xmlns:a="http://schemas.openxmlformats.org/drawingml/2006/main">
            <a:r>
              <a:t>본문 직접 호출명(정적 추출): outValue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firmware/DF_Main/src/Potentiometer.cpp:54</a:t>
            </a:r>
          </a:p>
          <a:p xmlns:a="http://schemas.openxmlformats.org/drawingml/2006/main">
            <a:r>
              <a:t>void Potentiometer::on(int val)</a:t>
            </a:r>
          </a:p>
          <a:p xmlns:a="http://schemas.openxmlformats.org/drawingml/2006/main">
            <a:r>
              <a:t>역할: 정수 출력값을 실제 포텐셔미터 출력에 전달.</a:t>
            </a:r>
          </a:p>
          <a:p xmlns:a="http://schemas.openxmlformats.org/drawingml/2006/main">
            <a:r>
              <a:t>본문 직접 호출명(정적 추출): outValue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C:/Projects/VS/DF_FW_Code/CodexManage/firmware/DF_Main/src/Potentiometer.cpp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firmware/DF_Main/src/Potentiometer.cpp:59</a:t>
            </a:r>
          </a:p>
          <a:p xmlns:a="http://schemas.openxmlformats.org/drawingml/2006/main">
            <a:r>
              <a:t>void Potentiometer::outValue(int val)</a:t>
            </a:r>
          </a:p>
          <a:p xmlns:a="http://schemas.openxmlformats.org/drawingml/2006/main">
            <a:r>
              <a:t>역할: 허용 범위·반전 조건을 적용해 SPI 출력.</a:t>
            </a:r>
          </a:p>
          <a:p xmlns:a="http://schemas.openxmlformats.org/drawingml/2006/main">
            <a:r>
              <a:t>본문 직접 호출명(정적 추출): digitalPortWrite,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firmware/DF_Main/src/Potentiometer.cpp:91</a:t>
            </a:r>
          </a:p>
          <a:p xmlns:a="http://schemas.openxmlformats.org/drawingml/2006/main">
            <a:r>
              <a:t>void Potentiometer:: respTorqOutVal(int val)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C:/Projects/VS/DF_FW_Code/CodexManage/firmware/DF_Main/src/Potentiometer.cpp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firmware/DF_Main/src/ServoMotor.cpp:9</a:t>
            </a:r>
          </a:p>
          <a:p xmlns:a="http://schemas.openxmlformats.org/drawingml/2006/main">
            <a:r>
              <a:t>ServoMotor::ServoMotor()</a:t>
            </a:r>
          </a:p>
          <a:p xmlns:a="http://schemas.openxmlformats.org/drawingml/2006/main">
            <a:r>
              <a:t>역할: 생성자; 별도 초기화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firmware/DF_Main/src/ServoMotor.cpp:17</a:t>
            </a:r>
          </a:p>
          <a:p xmlns:a="http://schemas.openxmlformats.org/drawingml/2006/main">
            <a:r>
              <a:t>void ServoMotor::init()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firmware/DF_Main/src/ServoMotor.cpp:26</a:t>
            </a:r>
          </a:p>
          <a:p xmlns:a="http://schemas.openxmlformats.org/drawingml/2006/main">
            <a:r>
              <a:t>void ServoMotor::setAngle(String _data)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firmware/DF_Main/src/ServoMotor.cpp:33</a:t>
            </a:r>
          </a:p>
          <a:p xmlns:a="http://schemas.openxmlformats.org/drawingml/2006/main">
            <a:r>
              <a:t>void ServoMotor::setAngle(int _val)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firmware/DF_Main/src/ServoMotor.cpp:40</a:t>
            </a:r>
          </a:p>
          <a:p xmlns:a="http://schemas.openxmlformats.org/drawingml/2006/main">
            <a:r>
              <a:t>void ServoMotor::setAngleDefault()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C:/Projects/VS/DF_FW_Code/CodexManage/firmware/DF_Main/src/ServoMotor.cpp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firmware/DF_Rod/DF_Rod.ino:3</a:t>
            </a:r>
          </a:p>
          <a:p xmlns:a="http://schemas.openxmlformats.org/drawingml/2006/main">
            <a:r>
              <a:t>void setup()</a:t>
            </a:r>
          </a:p>
          <a:p xmlns:a="http://schemas.openxmlformats.org/drawingml/2006/main">
            <a:r>
              <a:t>역할: Arduino 초기화를 대상 Application_Setup에 위임.</a:t>
            </a:r>
          </a:p>
          <a:p xmlns:a="http://schemas.openxmlformats.org/drawingml/2006/main">
            <a:r>
              <a:t>본문 직접 호출명(정적 추출): DF_Rod_Application_Setup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firmware/DF_Rod/DF_Rod.ino:8</a:t>
            </a:r>
          </a:p>
          <a:p xmlns:a="http://schemas.openxmlformats.org/drawingml/2006/main">
            <a:r>
              <a:t>void loop()</a:t>
            </a:r>
          </a:p>
          <a:p xmlns:a="http://schemas.openxmlformats.org/drawingml/2006/main">
            <a:r>
              <a:t>역할: Arduino 반복 실행을 대상 Application_Loop에 위임.</a:t>
            </a:r>
          </a:p>
          <a:p xmlns:a="http://schemas.openxmlformats.org/drawingml/2006/main">
            <a:r>
              <a:t>본문 직접 호출명(정적 추출): DF_Rod_Application_Loop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C:/Projects/VS/DF_FW_Code/CodexManage/firmware/DF_Rod/DF_Rod.ino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firmware/DF_Rod/src/Battery.cpp:9</a:t>
            </a:r>
          </a:p>
          <a:p xmlns:a="http://schemas.openxmlformats.org/drawingml/2006/main">
            <a:r>
              <a:t>Battery::Battery()</a:t>
            </a:r>
          </a:p>
          <a:p xmlns:a="http://schemas.openxmlformats.org/drawingml/2006/main">
            <a:r>
              <a:t>역할: 생성자; 별도 초기화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firmware/DF_Rod/src/Battery.cpp:18</a:t>
            </a:r>
          </a:p>
          <a:p xmlns:a="http://schemas.openxmlformats.org/drawingml/2006/main">
            <a:r>
              <a:t>void Battery::init()</a:t>
            </a:r>
          </a:p>
          <a:p xmlns:a="http://schemas.openxmlformats.org/drawingml/2006/main">
            <a:r>
              <a:t>역할: 초기 ADC를 읽고 잔량 평균·표시값 초기화.</a:t>
            </a:r>
          </a:p>
          <a:p xmlns:a="http://schemas.openxmlformats.org/drawingml/2006/main">
            <a:r>
              <a:t>본문 직접 호출명(정적 추출): analogRead, scanAvgInteg, getLevel3Char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firmware/DF_Rod/src/Battery.cpp:49</a:t>
            </a:r>
          </a:p>
          <a:p xmlns:a="http://schemas.openxmlformats.org/drawingml/2006/main">
            <a:r>
              <a:t>void Battery::scanAvgInteg()</a:t>
            </a:r>
          </a:p>
          <a:p xmlns:a="http://schemas.openxmlformats.org/drawingml/2006/main">
            <a:r>
              <a:t>역할: ADC 이동 평균을 계산해 배터리 잔량 갱신.</a:t>
            </a:r>
          </a:p>
          <a:p xmlns:a="http://schemas.openxmlformats.org/drawingml/2006/main">
            <a:r>
              <a:t>본문 직접 호출명(정적 추출): analogRead, map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firmware/DF_Rod/src/Battery.cpp:80</a:t>
            </a:r>
          </a:p>
          <a:p xmlns:a="http://schemas.openxmlformats.org/drawingml/2006/main">
            <a:r>
              <a:t>void Battery::scanKalFilter()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firmware/DF_Rod/src/Battery.cpp:86</a:t>
            </a:r>
          </a:p>
          <a:p xmlns:a="http://schemas.openxmlformats.org/drawingml/2006/main">
            <a:r>
              <a:t>String Battery::getLevel3Char(int _lvl)</a:t>
            </a:r>
          </a:p>
          <a:p xmlns:a="http://schemas.openxmlformats.org/drawingml/2006/main">
            <a:r>
              <a:t>역할: 배터리 잔량을 3자리 문자열로 변환.</a:t>
            </a:r>
          </a:p>
          <a:p xmlns:a="http://schemas.openxmlformats.org/drawingml/2006/main">
            <a:r>
              <a:t>본문 직접 호출명(정적 추출):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firmware/DF_Rod/src/Battery.cpp:99</a:t>
            </a:r>
          </a:p>
          <a:p xmlns:a="http://schemas.openxmlformats.org/drawingml/2006/main">
            <a:r>
              <a:t>bool Battery::isLowLevel()</a:t>
            </a:r>
          </a:p>
          <a:p xmlns:a="http://schemas.openxmlformats.org/drawingml/2006/main">
            <a:r>
              <a:t>역할: 현재 잔량이 저전압 기준 이하인지 반환.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C:/Projects/VS/DF_FW_Code/CodexManage/firmware/DF_Rod/src/Battery.cpp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firmware/DF_Rod/src/DF_Rod_Application.cpp:5</a:t>
            </a:r>
          </a:p>
          <a:p xmlns:a="http://schemas.openxmlformats.org/drawingml/2006/main">
            <a:r>
              <a:t>void DF_Rod_Application_Setup()</a:t>
            </a:r>
          </a:p>
          <a:p xmlns:a="http://schemas.openxmlformats.org/drawingml/2006/main">
            <a:r>
              <a:t>역할: 보드·GPIO·저장값을 읽고 정상/설정 모드의 장치·콜백 초기화.</a:t>
            </a:r>
          </a:p>
          <a:p xmlns:a="http://schemas.openxmlformats.org/drawingml/2006/main">
            <a:r>
              <a:t>본문 직접 호출명(정적 추출): millis, Serial.begin, Serial.setTimeout, DbgSerial.begin, DbgSerial.setTimeout, settingIOtype, ioPinSetting, setSlaveMode, digitalWrite, delay, LogPrintln, String, checkFileSystem, eNow.bindTargetAddress, imuSerial.begin, imu.checkSetupFileVal, imu.autoSetup, imu.saveInterval, sBtn.init, imu.init, isSlaveSetupMode, imu.setStartStop, eNow.init, esp_now_register_send_cb, encoder.init, battery.init, encoder.setRotateCallback, sBtn.setSwitchCallback, imu.setStateCallback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firmware/DF_Rod/src/DF_Rod_Application.cpp:144</a:t>
            </a:r>
          </a:p>
          <a:p xmlns:a="http://schemas.openxmlformats.org/drawingml/2006/main">
            <a:r>
              <a:t>void DF_Rod_Application_Loop()</a:t>
            </a:r>
          </a:p>
          <a:p xmlns:a="http://schemas.openxmlformats.org/drawingml/2006/main">
            <a:r>
              <a:t>역할: 시간 갱신·OTA 처리 후 모드별 수신·입력·주기 작업 실행.</a:t>
            </a:r>
          </a:p>
          <a:p xmlns:a="http://schemas.openxmlformats.org/drawingml/2006/main">
            <a:r>
              <a:t>본문 직접 호출명(정적 추출): run_timer, DF_Rod_Ota_Process, isSlaveSetupMode, uartPcHandler_Setup, imu.uartRecv_Setup, millis, nowRecvHandler, uartPcHandler_NormalMode, imu.uartRecv_Normal, encoder.rotate, sBtn.toggle, t10ms_Process, t100ms_Process, t500ms_Process, t1sec_Process,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C:/Projects/VS/DF_FW_Code/CodexManage/firmware/DF_Rod/src/DF_Rod_Application.cpp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firmware/DF_Rod/src/DF_Rod_State.cpp:270</a:t>
            </a:r>
          </a:p>
          <a:p xmlns:a="http://schemas.openxmlformats.org/drawingml/2006/main">
            <a:r>
              <a:t>void execRod_ImuOutCycle()</a:t>
            </a:r>
          </a:p>
          <a:p xmlns:a="http://schemas.openxmlformats.org/drawingml/2006/main">
            <a:r>
              <a:t>역할: 기존 IMU/버튼/엔코더 순환 시험 경로; HANDLE LED 표식과 별개.</a:t>
            </a:r>
          </a:p>
          <a:p xmlns:a="http://schemas.openxmlformats.org/drawingml/2006/main">
            <a:r>
              <a:t>본문 직접 호출명(정적 추출): digitalWrite, LogPrintln, String, btnChangeCallback, setTO, checkTO, encoder.fillZero2char, rotateChangeCallback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firmware/DF_Rod/src/DF_Rod_State.cpp:430</a:t>
            </a:r>
          </a:p>
          <a:p xmlns:a="http://schemas.openxmlformats.org/drawingml/2006/main">
            <a:r>
              <a:t>String zeroFill4Char(unsigned int _val)</a:t>
            </a:r>
          </a:p>
          <a:p xmlns:a="http://schemas.openxmlformats.org/drawingml/2006/main">
            <a:r>
              <a:t>역할: 값을 0으로 채운 4자리 문자열로 변환.</a:t>
            </a:r>
          </a:p>
          <a:p xmlns:a="http://schemas.openxmlformats.org/drawingml/2006/main">
            <a:r>
              <a:t>본문 직접 호출명(정적 추출):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C:/Projects/VS/DF_FW_Code/CodexManage/firmware/DF_Rod/src/DF_Rod_State.cpp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firmware/DF_Rod/src/EB_IMU.cpp:37</a:t>
            </a:r>
          </a:p>
          <a:p xmlns:a="http://schemas.openxmlformats.org/drawingml/2006/main">
            <a:r>
              <a:t>EB_IMU::EB_IMU()</a:t>
            </a:r>
          </a:p>
          <a:p xmlns:a="http://schemas.openxmlformats.org/drawingml/2006/main">
            <a:r>
              <a:t>역할: 생성자; 별도 초기화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firmware/DF_Rod/src/EB_IMU.cpp:62</a:t>
            </a:r>
          </a:p>
          <a:p xmlns:a="http://schemas.openxmlformats.org/drawingml/2006/main">
            <a:r>
              <a:t>int EB_IMU::respCheck()</a:t>
            </a:r>
          </a:p>
          <a:p xmlns:a="http://schemas.openxmlformats.org/drawingml/2006/main">
            <a:r>
              <a:t>역할: IMU 응답 버퍼의 상태를 검사.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firmware/DF_Rod/src/EB_IMU.cpp:109</a:t>
            </a:r>
          </a:p>
          <a:p xmlns:a="http://schemas.openxmlformats.org/drawingml/2006/main">
            <a:r>
              <a:t>String EB_IMU::reply()</a:t>
            </a:r>
          </a:p>
          <a:p xmlns:a="http://schemas.openxmlformats.org/drawingml/2006/main">
            <a:r>
              <a:t>역할: 제한 시간 동안 IMU UART 응답 문자열 수집.</a:t>
            </a:r>
          </a:p>
          <a:p xmlns:a="http://schemas.openxmlformats.org/drawingml/2006/main">
            <a:r>
              <a:t>본문 직접 호출명(정적 추출): millis, imuSerial.available, imuSerial.read, delay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firmware/DF_Rod/src/EB_IMU.cpp:135</a:t>
            </a:r>
          </a:p>
          <a:p xmlns:a="http://schemas.openxmlformats.org/drawingml/2006/main">
            <a:r>
              <a:t>void EB_IMU::setStateCallback(void (*imuCallback)(String, String))</a:t>
            </a:r>
          </a:p>
          <a:p xmlns:a="http://schemas.openxmlformats.org/drawingml/2006/main">
            <a:r>
              <a:t>역할: IMU 데이터 전달용 콜백 등록.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firmware/DF_Rod/src/EB_IMU.cpp:140</a:t>
            </a:r>
          </a:p>
          <a:p xmlns:a="http://schemas.openxmlformats.org/drawingml/2006/main">
            <a:r>
              <a:t>void EB_IMU::init()</a:t>
            </a:r>
          </a:p>
          <a:p xmlns:a="http://schemas.openxmlformats.org/drawingml/2006/main">
            <a:r>
              <a:t>역할: IMU 측정 플래그와 데이터 문자열 초기화.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firmware/DF_Rod/src/EB_IMU.cpp:168</a:t>
            </a:r>
          </a:p>
          <a:p xmlns:a="http://schemas.openxmlformats.org/drawingml/2006/main">
            <a:r>
              <a:t>void EB_IMU::disable()</a:t>
            </a:r>
          </a:p>
          <a:p xmlns:a="http://schemas.openxmlformats.org/drawingml/2006/main">
            <a:r>
              <a:t>역할: IMU 측정 허용 플래그 해제.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C:/Projects/VS/DF_FW_Code/CodexManage/firmware/DF_Rod/src/EB_IMU.cpp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firmware/DF_Rod/src/EB_IMU.cpp:174</a:t>
            </a:r>
          </a:p>
          <a:p xmlns:a="http://schemas.openxmlformats.org/drawingml/2006/main">
            <a:r>
              <a:t>String EB_IMU::convert_oldSetup(String msg)</a:t>
            </a:r>
          </a:p>
          <a:p xmlns:a="http://schemas.openxmlformats.org/drawingml/2006/main">
            <a:r>
              <a:t>역할: 기존 PC IMU 설정 형식을 현재 명령으로 변환.</a:t>
            </a:r>
          </a:p>
          <a:p xmlns:a="http://schemas.openxmlformats.org/drawingml/2006/main">
            <a:r>
              <a:t>본문 직접 호출명(정적 추출): msg.substring, toInt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firmware/DF_Rod/src/EB_IMU.cpp:213</a:t>
            </a:r>
          </a:p>
          <a:p xmlns:a="http://schemas.openxmlformats.org/drawingml/2006/main">
            <a:r>
              <a:t>void EB_IMU::setConfig(String msg)</a:t>
            </a:r>
          </a:p>
          <a:p xmlns:a="http://schemas.openxmlformats.org/drawingml/2006/main">
            <a:r>
              <a:t>역할: 설정 종류를 구분해 주기·교정·출력 명령 실행.</a:t>
            </a:r>
          </a:p>
          <a:p xmlns:a="http://schemas.openxmlformats.org/drawingml/2006/main">
            <a:r>
              <a:t>본문 직접 호출명(정적 추출): msg.substring, toInt, setStartStop, RespPrintln, setInterval, saveInterval, send2Imuln, reply, equals, delay, jyro_calibration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firmware/DF_Rod/src/EB_IMU.cpp:294</a:t>
            </a:r>
          </a:p>
          <a:p xmlns:a="http://schemas.openxmlformats.org/drawingml/2006/main">
            <a:r>
              <a:t>void EB_IMU::setConfigString(String msg)</a:t>
            </a:r>
          </a:p>
          <a:p xmlns:a="http://schemas.openxmlformats.org/drawingml/2006/main">
            <a:r>
              <a:t>역할: IMU 설정 문자열을 직접 전송하고 결과 응답.</a:t>
            </a:r>
          </a:p>
          <a:p xmlns:a="http://schemas.openxmlformats.org/drawingml/2006/main">
            <a:r>
              <a:t>본문 직접 호출명(정적 추출): send2Imuln, reply, RespPrintln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firmware/DF_Rod/src/EB_IMU.cpp:329</a:t>
            </a:r>
          </a:p>
          <a:p xmlns:a="http://schemas.openxmlformats.org/drawingml/2006/main">
            <a:r>
              <a:t>int EB_IMU::ebimu_parser(float *item, int number_of_item)</a:t>
            </a:r>
          </a:p>
          <a:p xmlns:a="http://schemas.openxmlformats.org/drawingml/2006/main">
            <a:r>
              <a:t>역할: IMU UART 프레임을 조립하고 수치 항목으로 변환.</a:t>
            </a:r>
          </a:p>
          <a:p xmlns:a="http://schemas.openxmlformats.org/drawingml/2006/main">
            <a:r>
              <a:t>본문 직접 호출명(정적 추출): imuSerial.available, imuSerial.read, memcpy,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firmware/DF_Rod/src/EB_IMU.cpp:390</a:t>
            </a:r>
          </a:p>
          <a:p xmlns:a="http://schemas.openxmlformats.org/drawingml/2006/main">
            <a:r>
              <a:t>int EB_IMU::uartRecv_Normal()</a:t>
            </a:r>
          </a:p>
          <a:p xmlns:a="http://schemas.openxmlformats.org/drawingml/2006/main">
            <a:r>
              <a:t>역할: 정상 모드에서 IMU frame을 해석하고 무선 콜백.</a:t>
            </a:r>
          </a:p>
          <a:p xmlns:a="http://schemas.openxmlformats.org/drawingml/2006/main">
            <a:r>
              <a:t>본문 직접 호출명(정적 추출): ebimu_parser, setRecvImuData, _imuCallback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firmware/DF_Rod/src/EB_IMU.cpp:425</a:t>
            </a:r>
          </a:p>
          <a:p xmlns:a="http://schemas.openxmlformats.org/drawingml/2006/main">
            <a:r>
              <a:t>int EB_IMU::uartRecv_Setup()</a:t>
            </a:r>
          </a:p>
          <a:p xmlns:a="http://schemas.openxmlformats.org/drawingml/2006/main">
            <a:r>
              <a:t>역할: 설정 모드에서 IMU frame을 해석하고 PC 상태 출력.</a:t>
            </a:r>
          </a:p>
          <a:p xmlns:a="http://schemas.openxmlformats.org/drawingml/2006/main">
            <a:r>
              <a:t>본문 직접 호출명(정적 추출): ebimu_parser, setRecvImuData, StsPrintln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C:/Projects/VS/DF_FW_Code/CodexManage/firmware/DF_Rod/src/EB_IMU.cpp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firmware/DF_Rod/src/EB_IMU.cpp:461</a:t>
            </a:r>
          </a:p>
          <a:p xmlns:a="http://schemas.openxmlformats.org/drawingml/2006/main">
            <a:r>
              <a:t>void EB_IMU::jyro_calibration()</a:t>
            </a:r>
          </a:p>
          <a:p xmlns:a="http://schemas.openxmlformats.org/drawingml/2006/main">
            <a:r>
              <a:t>역할: IMU 자이로 교정 요청·응답 처리.</a:t>
            </a:r>
          </a:p>
          <a:p xmlns:a="http://schemas.openxmlformats.org/drawingml/2006/main">
            <a:r>
              <a:t>본문 직접 호출명(정적 추출): send2Imuln, reply, equals, RespPrintln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firmware/DF_Rod/src/EB_IMU.cpp:477</a:t>
            </a:r>
          </a:p>
          <a:p xmlns:a="http://schemas.openxmlformats.org/drawingml/2006/main">
            <a:r>
              <a:t>void EB_IMU::setInterval(int ms)</a:t>
            </a:r>
          </a:p>
          <a:p xmlns:a="http://schemas.openxmlformats.org/drawingml/2006/main">
            <a:r>
              <a:t>역할: IMU 출력 주기 변경 요청·응답 처리.</a:t>
            </a:r>
          </a:p>
          <a:p xmlns:a="http://schemas.openxmlformats.org/drawingml/2006/main">
            <a:r>
              <a:t>본문 직접 호출명(정적 추출): String, send2Imuln, reply, equals, RespPrintln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firmware/DF_Rod/src/EB_IMU.cpp:495</a:t>
            </a:r>
          </a:p>
          <a:p xmlns:a="http://schemas.openxmlformats.org/drawingml/2006/main">
            <a:r>
              <a:t>String EB_IMU::getversion()</a:t>
            </a:r>
          </a:p>
          <a:p xmlns:a="http://schemas.openxmlformats.org/drawingml/2006/main">
            <a:r>
              <a:t>역할: IMU에 버전 요청을 보내고 응답 문자열 반환.</a:t>
            </a:r>
          </a:p>
          <a:p xmlns:a="http://schemas.openxmlformats.org/drawingml/2006/main">
            <a:r>
              <a:t>본문 직접 호출명(정적 추출): send2Imuln, reply, str.substring, str.indexOf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firmware/DF_Rod/src/EB_IMU.cpp:516</a:t>
            </a:r>
          </a:p>
          <a:p xmlns:a="http://schemas.openxmlformats.org/drawingml/2006/main">
            <a:r>
              <a:t>void EB_IMU::setStartStop( int set)</a:t>
            </a:r>
          </a:p>
          <a:p xmlns:a="http://schemas.openxmlformats.org/drawingml/2006/main">
            <a:r>
              <a:t>역할: IMU 자동 출력 시작/정지 명령과 응답 처리.</a:t>
            </a:r>
          </a:p>
          <a:p xmlns:a="http://schemas.openxmlformats.org/drawingml/2006/main">
            <a:r>
              <a:t>본문 직접 호출명(정적 추출): send2Imuln, reply, equals, isSlaveSetupMode, RespPrintln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firmware/DF_Rod/src/EB_IMU.cpp:541</a:t>
            </a:r>
          </a:p>
          <a:p xmlns:a="http://schemas.openxmlformats.org/drawingml/2006/main">
            <a:r>
              <a:t>short EB_IMU::checkSetupFileVal()</a:t>
            </a:r>
          </a:p>
          <a:p xmlns:a="http://schemas.openxmlformats.org/drawingml/2006/main">
            <a:r>
              <a:t>역할: 저장 출력 주기를 검사해 재설정 필요 여부 반환.</a:t>
            </a:r>
          </a:p>
          <a:p xmlns:a="http://schemas.openxmlformats.org/drawingml/2006/main">
            <a:r>
              <a:t>본문 직접 호출명(정적 추출): getIntervalFileStr, intvalStr.equals, intvalStr.toInt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firmware/DF_Rod/src/EB_IMU.cpp:564</a:t>
            </a:r>
          </a:p>
          <a:p xmlns:a="http://schemas.openxmlformats.org/drawingml/2006/main">
            <a:r>
              <a:t>String EB_IMU::getIntervalFileStr()</a:t>
            </a:r>
          </a:p>
          <a:p xmlns:a="http://schemas.openxmlformats.org/drawingml/2006/main">
            <a:r>
              <a:t>역할: SPIFFS에서 IMU 출력 주기 문자열 읽기.</a:t>
            </a:r>
          </a:p>
          <a:p xmlns:a="http://schemas.openxmlformats.org/drawingml/2006/main">
            <a:r>
              <a:t>본문 직접 호출명(정적 추출): SPIFFS.open, file.isDirectory, file.available, file.read, file.close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C:/Projects/VS/DF_FW_Code/CodexManage/firmware/DF_Rod/src/EB_IMU.cpp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firmware/DF_Rod/src/EB_IMU.cpp:584</a:t>
            </a:r>
          </a:p>
          <a:p xmlns:a="http://schemas.openxmlformats.org/drawingml/2006/main">
            <a:r>
              <a:t>short EB_IMU::saveInterval(int intval) // [ms]</a:t>
            </a:r>
          </a:p>
          <a:p xmlns:a="http://schemas.openxmlformats.org/drawingml/2006/main">
            <a:r>
              <a:t>역할: 숫자/문자열 출력 주기를 저장 함수로 전달.</a:t>
            </a:r>
          </a:p>
          <a:p xmlns:a="http://schemas.openxmlformats.org/drawingml/2006/main">
            <a:r>
              <a:t>본문 직접 호출명(정적 추출): String, saveIntval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firmware/DF_Rod/src/EB_IMU.cpp:590</a:t>
            </a:r>
          </a:p>
          <a:p xmlns:a="http://schemas.openxmlformats.org/drawingml/2006/main">
            <a:r>
              <a:t>short EB_IMU::saveInterval(String intvalStr) // [ms]</a:t>
            </a:r>
          </a:p>
          <a:p xmlns:a="http://schemas.openxmlformats.org/drawingml/2006/main">
            <a:r>
              <a:t>역할: 숫자/문자열 출력 주기를 저장 함수로 전달.</a:t>
            </a:r>
          </a:p>
          <a:p xmlns:a="http://schemas.openxmlformats.org/drawingml/2006/main">
            <a:r>
              <a:t>본문 직접 호출명(정적 추출): saveIntval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firmware/DF_Rod/src/EB_IMU.cpp:596</a:t>
            </a:r>
          </a:p>
          <a:p xmlns:a="http://schemas.openxmlformats.org/drawingml/2006/main">
            <a:r>
              <a:t>short EB_IMU::saveIntval(String intvalStr) // [ms]</a:t>
            </a:r>
          </a:p>
          <a:p xmlns:a="http://schemas.openxmlformats.org/drawingml/2006/main">
            <a:r>
              <a:t>역할: IMU 주기 문자열을 SPIFFS 파일에 기록.</a:t>
            </a:r>
          </a:p>
          <a:p xmlns:a="http://schemas.openxmlformats.org/drawingml/2006/main">
            <a:r>
              <a:t>본문 직접 호출명(정적 추출): SPIFFS.open, file.isDirectory, file.print, intvalStr.c_str, file.close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firmware/DF_Rod/src/EB_IMU.cpp:615</a:t>
            </a:r>
          </a:p>
          <a:p xmlns:a="http://schemas.openxmlformats.org/drawingml/2006/main">
            <a:r>
              <a:t>void EB_IMU::autoSetup()</a:t>
            </a:r>
          </a:p>
          <a:p xmlns:a="http://schemas.openxmlformats.org/drawingml/2006/main">
            <a:r>
              <a:t>역할: 현재 제품 IMU 출력 종류·주기를 순차 설정.</a:t>
            </a:r>
          </a:p>
          <a:p xmlns:a="http://schemas.openxmlformats.org/drawingml/2006/main">
            <a:r>
              <a:t>본문 직접 호출명(정적 추출): send2Imuln, reply, indexOf, delay, equals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C:/Projects/VS/DF_FW_Code/CodexManage/firmware/DF_Rod/src/EB_IMU.cpp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firmware/DF_Rod/src/Encoder.cpp:11</a:t>
            </a:r>
          </a:p>
          <a:p xmlns:a="http://schemas.openxmlformats.org/drawingml/2006/main">
            <a:r>
              <a:t>Encoder::Encoder()</a:t>
            </a:r>
          </a:p>
          <a:p xmlns:a="http://schemas.openxmlformats.org/drawingml/2006/main">
            <a:r>
              <a:t>역할: 생성자; 별도 초기화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firmware/DF_Rod/src/Encoder.cpp:16</a:t>
            </a:r>
          </a:p>
          <a:p xmlns:a="http://schemas.openxmlformats.org/drawingml/2006/main">
            <a:r>
              <a:t>void Encoder::init()</a:t>
            </a:r>
          </a:p>
          <a:p xmlns:a="http://schemas.openxmlformats.org/drawingml/2006/main">
            <a:r>
              <a:t>역할: 엔코더 입력 초기화 및 이전 핀 상태 저장.</a:t>
            </a:r>
          </a:p>
          <a:p xmlns:a="http://schemas.openxmlformats.org/drawingml/2006/main">
            <a:r>
              <a:t>본문 직접 호출명(정적 추출): pinMode, digitalRead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firmware/DF_Rod/src/Encoder.cpp:23</a:t>
            </a:r>
          </a:p>
          <a:p xmlns:a="http://schemas.openxmlformats.org/drawingml/2006/main">
            <a:r>
              <a:t>void Encoder::setRotateCallback(void (*rotateCallback)(String))</a:t>
            </a:r>
          </a:p>
          <a:p xmlns:a="http://schemas.openxmlformats.org/drawingml/2006/main">
            <a:r>
              <a:t>역할: 엔코더 상태 변경 콜백 함수 포인터 등록.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firmware/DF_Rod/src/Encoder.cpp:32</a:t>
            </a:r>
          </a:p>
          <a:p xmlns:a="http://schemas.openxmlformats.org/drawingml/2006/main">
            <a:r>
              <a:t>void Encoder::rotate()</a:t>
            </a:r>
          </a:p>
          <a:p xmlns:a="http://schemas.openxmlformats.org/drawingml/2006/main">
            <a:r>
              <a:t>역할: 홀 입력 변화를 카운트하고 변경값 전달; 시험 LED 동작 없음.</a:t>
            </a:r>
          </a:p>
          <a:p xmlns:a="http://schemas.openxmlformats.org/drawingml/2006/main">
            <a:r>
              <a:t>본문 직접 호출명(정적 추출): digitalRead, sendCount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firmware/DF_Rod/src/Encoder.cpp:54</a:t>
            </a:r>
          </a:p>
          <a:p xmlns:a="http://schemas.openxmlformats.org/drawingml/2006/main">
            <a:r>
              <a:t>String Encoder::fillZero2char(int _count)</a:t>
            </a:r>
          </a:p>
          <a:p xmlns:a="http://schemas.openxmlformats.org/drawingml/2006/main">
            <a:r>
              <a:t>역할: 카운트를 최소 2자리 문자열로 변환.</a:t>
            </a:r>
          </a:p>
          <a:p xmlns:a="http://schemas.openxmlformats.org/drawingml/2006/main">
            <a:r>
              <a:t>본문 직접 호출명(정적 추출):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firmware/DF_Rod/src/Encoder.cpp:76</a:t>
            </a:r>
          </a:p>
          <a:p xmlns:a="http://schemas.openxmlformats.org/drawingml/2006/main">
            <a:r>
              <a:t>String Encoder::sendCount()</a:t>
            </a:r>
          </a:p>
          <a:p xmlns:a="http://schemas.openxmlformats.org/drawingml/2006/main">
            <a:r>
              <a:t>역할: 홀 카운트를 환산하고 문자열이 변할 때만 콜백.</a:t>
            </a:r>
          </a:p>
          <a:p xmlns:a="http://schemas.openxmlformats.org/drawingml/2006/main">
            <a:r>
              <a:t>본문 직접 호출명(정적 추출): fillZero2char, abs, str.equals, _rotateCallback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C:/Projects/VS/DF_FW_Code/CodexManage/firmware/DF_Rod/src/Encoder.cpp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firmware/DF_Rod/src/ENow.cpp:12</a:t>
            </a:r>
          </a:p>
          <a:p xmlns:a="http://schemas.openxmlformats.org/drawingml/2006/main">
            <a:r>
              <a:t>ENow::ENow()</a:t>
            </a:r>
          </a:p>
          <a:p xmlns:a="http://schemas.openxmlformats.org/drawingml/2006/main">
            <a:r>
              <a:t>역할: 생성자; 별도 초기화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firmware/DF_Rod/src/ENow.cpp:17</a:t>
            </a:r>
          </a:p>
          <a:p xmlns:a="http://schemas.openxmlformats.org/drawingml/2006/main">
            <a:r>
              <a:t>void ENow::fsFormat()</a:t>
            </a:r>
          </a:p>
          <a:p xmlns:a="http://schemas.openxmlformats.org/drawingml/2006/main">
            <a:r>
              <a:t>역할: SPIFFS 전체 포맷; 장비 설정 소실에 주의.</a:t>
            </a:r>
          </a:p>
          <a:p xmlns:a="http://schemas.openxmlformats.org/drawingml/2006/main">
            <a:r>
              <a:t>본문 직접 호출명(정적 추출): SPIFFS.format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firmware/DF_Rod/src/ENow.cpp:28</a:t>
            </a:r>
          </a:p>
          <a:p xmlns:a="http://schemas.openxmlformats.org/drawingml/2006/main">
            <a:r>
              <a:t>void ENow::bindTargetAddress()</a:t>
            </a:r>
          </a:p>
          <a:p xmlns:a="http://schemas.openxmlformats.org/drawingml/2006/main">
            <a:r>
              <a:t>역할: 저장된 대상 주소 문자열을 통신 주소 배열로 변환.</a:t>
            </a:r>
          </a:p>
          <a:p xmlns:a="http://schemas.openxmlformats.org/drawingml/2006/main">
            <a:r>
              <a:t>본문 직접 호출명(정적 추출): getTargetAddress, addr.length, addr.toCharArray, strtok, strtol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firmware/DF_Rod/src/ENow.cpp:81</a:t>
            </a:r>
          </a:p>
          <a:p xmlns:a="http://schemas.openxmlformats.org/drawingml/2006/main">
            <a:r>
              <a:t>void ENow::init(esp_now_recv_cb_t cb)</a:t>
            </a:r>
          </a:p>
          <a:p xmlns:a="http://schemas.openxmlformats.org/drawingml/2006/main">
            <a:r>
              <a:t>역할: Wi-Fi/ESP-NOW와 대상 peer·수신 콜백 초기화.</a:t>
            </a:r>
          </a:p>
          <a:p xmlns:a="http://schemas.openxmlformats.org/drawingml/2006/main">
            <a:r>
              <a:t>본문 직접 호출명(정적 추출): WiFi.mode, esp_now_init, LogPrintln, memcpy, esp_now_add_peer, esp_now_register_recv_cb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firmware/DF_Rod/src/ENow.cpp:128</a:t>
            </a:r>
          </a:p>
          <a:p xmlns:a="http://schemas.openxmlformats.org/drawingml/2006/main">
            <a:r>
              <a:t>void ENow::write(String pid, String str)</a:t>
            </a:r>
          </a:p>
          <a:p xmlns:a="http://schemas.openxmlformats.org/drawingml/2006/main">
            <a:r>
              <a:t>역할: 문자 PID/payload를 등록 대상에 ESP-NOW로 송신.</a:t>
            </a:r>
          </a:p>
          <a:p xmlns:a="http://schemas.openxmlformats.org/drawingml/2006/main">
            <a:r>
              <a:t>본문 직접 호출명(정적 추출): strcpy, str.c_str, str.length, esp_now_send, LogPrintln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firmware/DF_Rod/src/ENow.cpp:153</a:t>
            </a:r>
          </a:p>
          <a:p xmlns:a="http://schemas.openxmlformats.org/drawingml/2006/main">
            <a:r>
              <a:t>bool ENow::writeRaw(const unsigned char *data, unsigned int length)</a:t>
            </a:r>
          </a:p>
          <a:p xmlns:a="http://schemas.openxmlformats.org/drawingml/2006/main">
            <a:r>
              <a:t>역할: 길이를 확인하고 binary frame을 등록 대상에 송신.</a:t>
            </a:r>
          </a:p>
          <a:p xmlns:a="http://schemas.openxmlformats.org/drawingml/2006/main">
            <a:r>
              <a:t>본문 직접 호출명(정적 추출): esp_now_send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C:/Projects/VS/DF_FW_Code/CodexManage/firmware/DF_Rod/src/ENow.cpp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firmware/DF_Rod/src/ENow.cpp:164</a:t>
            </a:r>
          </a:p>
          <a:p xmlns:a="http://schemas.openxmlformats.org/drawingml/2006/main">
            <a:r>
              <a:t>void ENow::writeBC(String pid, String str)</a:t>
            </a:r>
          </a:p>
          <a:p xmlns:a="http://schemas.openxmlformats.org/drawingml/2006/main">
            <a:r>
              <a:t>역할: 등록 절차용 문자 메시지를 broadcast로 송신.</a:t>
            </a:r>
          </a:p>
          <a:p xmlns:a="http://schemas.openxmlformats.org/drawingml/2006/main">
            <a:r>
              <a:t>본문 직접 호출명(정적 추출): strcpy, str.c_str, str.length, esp_now_send, LogPrintln, esp_now_del_peer, String, esp_now_get_peer_num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firmware/DF_Rod/src/ENow.cpp:207</a:t>
            </a:r>
          </a:p>
          <a:p xmlns:a="http://schemas.openxmlformats.org/drawingml/2006/main">
            <a:r>
              <a:t>String ENow::getMyAddress()</a:t>
            </a:r>
          </a:p>
          <a:p xmlns:a="http://schemas.openxmlformats.org/drawingml/2006/main">
            <a:r>
              <a:t>역할: 현재 장치의 무선 주소를 문자열로 반환.</a:t>
            </a:r>
          </a:p>
          <a:p xmlns:a="http://schemas.openxmlformats.org/drawingml/2006/main">
            <a:r>
              <a:t>본문 직접 호출명(정적 추출): WiFi.macAddress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firmware/DF_Rod/src/ENow.cpp:214</a:t>
            </a:r>
          </a:p>
          <a:p xmlns:a="http://schemas.openxmlformats.org/drawingml/2006/main">
            <a:r>
              <a:t>String ENow::getTargetAddress()</a:t>
            </a:r>
          </a:p>
          <a:p xmlns:a="http://schemas.openxmlformats.org/drawingml/2006/main">
            <a:r>
              <a:t>역할: SPIFFS에서 등록된 대상 주소 문자열 읽기.</a:t>
            </a:r>
          </a:p>
          <a:p xmlns:a="http://schemas.openxmlformats.org/drawingml/2006/main">
            <a:r>
              <a:t>본문 직접 호출명(정적 추출): SPIFFS.open, file.isDirectory, file.available, file.read, file.close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firmware/DF_Rod/src/ENow.cpp:239</a:t>
            </a:r>
          </a:p>
          <a:p xmlns:a="http://schemas.openxmlformats.org/drawingml/2006/main">
            <a:r>
              <a:t>bool ENow::setTargetAddress(String addr)</a:t>
            </a:r>
          </a:p>
          <a:p xmlns:a="http://schemas.openxmlformats.org/drawingml/2006/main">
            <a:r>
              <a:t>역할: 등록할 대상 주소 문자열을 SPIFFS에 기록.</a:t>
            </a:r>
          </a:p>
          <a:p xmlns:a="http://schemas.openxmlformats.org/drawingml/2006/main">
            <a:r>
              <a:t>본문 직접 호출명(정적 추출): SPIFFS.open, file.isDirectory, file.print, addr.c_str, file.close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firmware/DF_Rod/src/ENow.cpp:256</a:t>
            </a:r>
          </a:p>
          <a:p xmlns:a="http://schemas.openxmlformats.org/drawingml/2006/main">
            <a:r>
              <a:t>int ENow::addPeerAddress(uint8_t * prAdr)</a:t>
            </a:r>
          </a:p>
          <a:p xmlns:a="http://schemas.openxmlformats.org/drawingml/2006/main">
            <a:r>
              <a:t>역할: 지정 주소를 ESP-NOW peer로 추가.</a:t>
            </a:r>
          </a:p>
          <a:p xmlns:a="http://schemas.openxmlformats.org/drawingml/2006/main">
            <a:r>
              <a:t>본문 직접 호출명(정적 추출): memcpy, esp_now_add_peer, LogPrintln, String, esp_now_get_peer_num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C:/Projects/VS/DF_FW_Code/CodexManage/firmware/DF_Rod/src/ENow.cpp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firmware/DF_Rod/src/modules/DF_Rod_BatteryMonitor.cpp:4</a:t>
            </a:r>
          </a:p>
          <a:p xmlns:a="http://schemas.openxmlformats.org/drawingml/2006/main">
            <a:r>
              <a:t>void battChangeCheckSend()</a:t>
            </a:r>
          </a:p>
          <a:p xmlns:a="http://schemas.openxmlformats.org/drawingml/2006/main">
            <a:r>
              <a:t>역할: 잔량 변화·전송 간격 조건에 따라 배터리 상태 송신.</a:t>
            </a:r>
          </a:p>
          <a:p xmlns:a="http://schemas.openxmlformats.org/drawingml/2006/main">
            <a:r>
              <a:t>본문 직접 호출명(정적 추출): abs, checkTO, battery.getLevel3Char, eNow.write, setTO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C:/Projects/VS/DF_FW_Code/CodexManage/firmware/DF_Rod/src/modules/DF_Rod_BatteryMonitor.cpp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firmware/DF_Rod/src/modules/DF_Rod_Communication.cpp:17</a:t>
            </a:r>
          </a:p>
          <a:p xmlns:a="http://schemas.openxmlformats.org/drawingml/2006/main">
            <a:r>
              <a:t>void sent_cb_esp_now_sts(const uint8_t* mac_addr, esp_now_send_status_t status)</a:t>
            </a:r>
          </a:p>
          <a:p xmlns:a="http://schemas.openxmlformats.org/drawingml/2006/main">
            <a:r>
              <a:t>역할: 송신 완료 상태만 임계영역 내 고정 슬롯에 게시.</a:t>
            </a:r>
          </a:p>
          <a:p xmlns:a="http://schemas.openxmlformats.org/drawingml/2006/main">
            <a:r>
              <a:t>본문 직접 호출명(정적 추출): portENTER_CRITICAL, portEXIT_CRITICAL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firmware/DF_Rod/src/modules/DF_Rod_Communication.cpp:26</a:t>
            </a:r>
          </a:p>
          <a:p xmlns:a="http://schemas.openxmlformats.org/drawingml/2006/main">
            <a:r>
              <a:t>void DF_Rod_Communication_ProcessSendResult()</a:t>
            </a:r>
          </a:p>
          <a:p xmlns:a="http://schemas.openxmlformats.org/drawingml/2006/main">
            <a:r>
              <a:t>역할: 게시된 ESP-NOW 송신 결과를 loop에서 소비하고 실패 로그 출력.</a:t>
            </a:r>
          </a:p>
          <a:p xmlns:a="http://schemas.openxmlformats.org/drawingml/2006/main">
            <a:r>
              <a:t>본문 직접 호출명(정적 추출): portENTER_CRITICAL, portEXIT_CRITICAL, LogPrintln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firmware/DF_Rod/src/modules/DF_Rod_Communication.cpp:44</a:t>
            </a:r>
          </a:p>
          <a:p xmlns:a="http://schemas.openxmlformats.org/drawingml/2006/main">
            <a:r>
              <a:t>void recv_cb_esp_now_msg(const uint8_t *mac_info, const uint8_t *data, int data_len)</a:t>
            </a:r>
          </a:p>
          <a:p xmlns:a="http://schemas.openxmlformats.org/drawingml/2006/main">
            <a:r>
              <a:t>역할: 길이를 검사하고 수신 데이터·송신 주소를 고정 슬롯에 복사.</a:t>
            </a:r>
          </a:p>
          <a:p xmlns:a="http://schemas.openxmlformats.org/drawingml/2006/main">
            <a:r>
              <a:t>본문 직접 호출명(정적 추출): portENTER_CRITICAL, portEXIT_CRITICAL, memcpy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firmware/DF_Rod/src/modules/DF_Rod_Communication.cpp:66</a:t>
            </a:r>
          </a:p>
          <a:p xmlns:a="http://schemas.openxmlformats.org/drawingml/2006/main">
            <a:r>
              <a:t>int DF_Rod_Communication_TakeReceived(char *data, unsigned int capacity, unsigned int *length, unsigned char *sourceAddress, unsigned long *overwrittenCount, unsigned long *invalidCount)</a:t>
            </a:r>
          </a:p>
          <a:p xmlns:a="http://schemas.openxmlformats.org/drawingml/2006/main">
            <a:r>
              <a:t>역할: 임계영역 내 수신 슬롯을 소비하고 길이·송신 주소·오류 횟수 반환.</a:t>
            </a:r>
          </a:p>
          <a:p xmlns:a="http://schemas.openxmlformats.org/drawingml/2006/main">
            <a:r>
              <a:t>본문 직접 호출명(정적 추출): portENTER_CRITICAL, portEXIT_CRITICAL, memcpy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firmware/DF_Rod/src/modules/DF_Rod_Communication.cpp:99</a:t>
            </a:r>
          </a:p>
          <a:p xmlns:a="http://schemas.openxmlformats.org/drawingml/2006/main">
            <a:r>
              <a:t>void btnChangeCallback(String str)</a:t>
            </a:r>
          </a:p>
          <a:p xmlns:a="http://schemas.openxmlformats.org/drawingml/2006/main">
            <a:r>
              <a:t>역할: OTA 중에는 억제하고 버튼 상태를 Main으로 전송.</a:t>
            </a:r>
          </a:p>
          <a:p xmlns:a="http://schemas.openxmlformats.org/drawingml/2006/main">
            <a:r>
              <a:t>본문 직접 호출명(정적 추출): DF_Rod_Ota_IsActive, eNow.write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firmware/DF_Rod/src/modules/DF_Rod_Communication.cpp:104</a:t>
            </a:r>
          </a:p>
          <a:p xmlns:a="http://schemas.openxmlformats.org/drawingml/2006/main">
            <a:r>
              <a:t>void rotateChangeCallback(String str)</a:t>
            </a:r>
          </a:p>
          <a:p xmlns:a="http://schemas.openxmlformats.org/drawingml/2006/main">
            <a:r>
              <a:t>역할: OTA 중에는 억제하고 엔코더 값을 Main으로 전송.</a:t>
            </a:r>
          </a:p>
          <a:p xmlns:a="http://schemas.openxmlformats.org/drawingml/2006/main">
            <a:r>
              <a:t>본문 직접 호출명(정적 추출): DF_Rod_Ota_IsActive, eNow.write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C:/Projects/VS/DF_FW_Code/CodexManage/firmware/DF_Rod/src/modules/DF_Rod_Communication.cpp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firmware/DF_Rod/src/modules/DF_Rod_Communication.cpp:112</a:t>
            </a:r>
          </a:p>
          <a:p xmlns:a="http://schemas.openxmlformats.org/drawingml/2006/main">
            <a:r>
              <a:t>void imuDataCallback(String pid, String str)</a:t>
            </a:r>
          </a:p>
          <a:p xmlns:a="http://schemas.openxmlformats.org/drawingml/2006/main">
            <a:r>
              <a:t>역할: OTA 중에는 억제하고 IMU PID/payload를 Main으로 전송.</a:t>
            </a:r>
          </a:p>
          <a:p xmlns:a="http://schemas.openxmlformats.org/drawingml/2006/main">
            <a:r>
              <a:t>본문 직접 호출명(정적 추출): DF_Rod_Ota_IsActive, eNow.write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firmware/DF_Rod/src/modules/DF_Rod_Communication.cpp:135</a:t>
            </a:r>
          </a:p>
          <a:p xmlns:a="http://schemas.openxmlformats.org/drawingml/2006/main">
            <a:r>
              <a:t>void setData_RodCycleTest(String msg)</a:t>
            </a:r>
          </a:p>
          <a:p xmlns:a="http://schemas.openxmlformats.org/drawingml/2006/main">
            <a:r>
              <a:t>역할: 기존 순환 시험 허용 플래그를 서비스 명령으로 설정.</a:t>
            </a:r>
          </a:p>
          <a:p xmlns:a="http://schemas.openxmlformats.org/drawingml/2006/main">
            <a:r>
              <a:t>본문 직접 호출명(정적 추출): msg.charAt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firmware/DF_Rod/src/modules/DF_Rod_Communication.cpp:155</a:t>
            </a:r>
          </a:p>
          <a:p xmlns:a="http://schemas.openxmlformats.org/drawingml/2006/main">
            <a:r>
              <a:t>void sendInfo_boardType()</a:t>
            </a:r>
          </a:p>
          <a:p xmlns:a="http://schemas.openxmlformats.org/drawingml/2006/main">
            <a:r>
              <a:t>역할: Rod 보드 타입 정보를 Main으로 전송.</a:t>
            </a:r>
          </a:p>
          <a:p xmlns:a="http://schemas.openxmlformats.org/drawingml/2006/main">
            <a:r>
              <a:t>본문 직접 호출명(정적 추출): eNow.write,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firmware/DF_Rod/src/modules/DF_Rod_Communication.cpp:166</a:t>
            </a:r>
          </a:p>
          <a:p xmlns:a="http://schemas.openxmlformats.org/drawingml/2006/main">
            <a:r>
              <a:t>void imuConnResp()</a:t>
            </a:r>
          </a:p>
          <a:p xmlns:a="http://schemas.openxmlformats.org/drawingml/2006/main">
            <a:r>
              <a:t>역할: IMU 연결 상태를 Main으로 응답.</a:t>
            </a:r>
          </a:p>
          <a:p xmlns:a="http://schemas.openxmlformats.org/drawingml/2006/main">
            <a:r>
              <a:t>본문 직접 호출명(정적 추출): eNow.write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firmware/DF_Rod/src/modules/DF_Rod_Communication.cpp:190</a:t>
            </a:r>
          </a:p>
          <a:p xmlns:a="http://schemas.openxmlformats.org/drawingml/2006/main">
            <a:r>
              <a:t>void nowRecvHandler()</a:t>
            </a:r>
          </a:p>
          <a:p xmlns:a="http://schemas.openxmlformats.org/drawingml/2006/main">
            <a:r>
              <a:t>역할: 고정 수신 슬롯을 소비하고 OTA를 먼저 분리한 뒤 일반 PID 처리.</a:t>
            </a:r>
          </a:p>
          <a:p xmlns:a="http://schemas.openxmlformats.org/drawingml/2006/main">
            <a:r>
              <a:t>본문 직접 호출명(정적 추출): DF_Rod_Communication_ProcessSendResult, DF_Rod_Communication_TakeReceived, DF_Rod_Ota_HandleFrame, DF_Rod_Ota_IsActive, now_msg_str, now_msg_str.substring, toInt, LogPrintln, String, rodRegistToStop, targetAddrWrite, msgAddr.length, eNow.getTargetAddress, rodRegi3secToStart, cmd_str_data.substring, anaReelDeviceControl, eNow.write, imu.getversion, imu.setConfig, isRodNewBoard, anaVrtMotMainCmd, anaBtnLedMainCmd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firmware/DF_Rod/src/modules/DF_Rod_Communication.cpp:450</a:t>
            </a:r>
          </a:p>
          <a:p xmlns:a="http://schemas.openxmlformats.org/drawingml/2006/main">
            <a:r>
              <a:t>void anaReelDeviceControl(int act, String msg)</a:t>
            </a:r>
          </a:p>
          <a:p xmlns:a="http://schemas.openxmlformats.org/drawingml/2006/main">
            <a:r>
              <a:t>역할: 릴 전체 정지·IMU 설정 등 장치 제어 요청 처리.</a:t>
            </a:r>
          </a:p>
          <a:p xmlns:a="http://schemas.openxmlformats.org/drawingml/2006/main">
            <a:r>
              <a:t>본문 직접 호출명(정적 추출): imu.setConfig, rodVrtControl_Stop, digitalWrite, rodBtnLedControl_Stop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C:/Projects/VS/DF_FW_Code/CodexManage/firmware/DF_Rod/src/modules/DF_Rod_Communication.cpp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firmware/DF_Rod/src/modules/DF_Rod_Communication.cpp:480</a:t>
            </a:r>
          </a:p>
          <a:p xmlns:a="http://schemas.openxmlformats.org/drawingml/2006/main">
            <a:r>
              <a:t>void anaVrtMotMainCmd(String msg)</a:t>
            </a:r>
          </a:p>
          <a:p xmlns:a="http://schemas.openxmlformats.org/drawingml/2006/main">
            <a:r>
              <a:t>역할: 진동 고정/반복/정지 명령 해석·실행.</a:t>
            </a:r>
          </a:p>
          <a:p xmlns:a="http://schemas.openxmlformats.org/drawingml/2006/main">
            <a:r>
              <a:t>본문 직접 호출명(정적 추출): msg.substring, toInt, digitalWrite, rodVrtControl_Stop, rodVrtControl_Start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firmware/DF_Rod/src/modules/DF_Rod_Communication.cpp:540</a:t>
            </a:r>
          </a:p>
          <a:p xmlns:a="http://schemas.openxmlformats.org/drawingml/2006/main">
            <a:r>
              <a:t>void anaBtnLedMainCmd(String msg)</a:t>
            </a:r>
          </a:p>
          <a:p xmlns:a="http://schemas.openxmlformats.org/drawingml/2006/main">
            <a:r>
              <a:t>역할: 좌우 버튼 LED 고정/반복/정지 명령 해석·실행.</a:t>
            </a:r>
          </a:p>
          <a:p xmlns:a="http://schemas.openxmlformats.org/drawingml/2006/main">
            <a:r>
              <a:t>본문 직접 호출명(정적 추출): msg.substring, toInt, digitalWrite, rodBtnLedControl_Stop, rodBtnLedControl_Start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firmware/DF_Rod/src/modules/DF_Rod_Communication.cpp:666</a:t>
            </a:r>
          </a:p>
          <a:p xmlns:a="http://schemas.openxmlformats.org/drawingml/2006/main">
            <a:r>
              <a:t>void rodVrtControl_Start(int cnt, unsigned int ontime, unsigned int offtime)</a:t>
            </a:r>
          </a:p>
          <a:p xmlns:a="http://schemas.openxmlformats.org/drawingml/2006/main">
            <a:r>
              <a:t>역할: 진동 반복 횟수·ON/OFF 시간·시작 상태 설정.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firmware/DF_Rod/src/modules/DF_Rod_Communication.cpp:676</a:t>
            </a:r>
          </a:p>
          <a:p xmlns:a="http://schemas.openxmlformats.org/drawingml/2006/main">
            <a:r>
              <a:t>void rodVrtControl_Stop()</a:t>
            </a:r>
          </a:p>
          <a:p xmlns:a="http://schemas.openxmlformats.org/drawingml/2006/main">
            <a:r>
              <a:t>역할: 진동 상태기계 실행 플래그 해제.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firmware/DF_Rod/src/modules/DF_Rod_Communication.cpp:685</a:t>
            </a:r>
          </a:p>
          <a:p xmlns:a="http://schemas.openxmlformats.org/drawingml/2006/main">
            <a:r>
              <a:t>void rodVrtControl()</a:t>
            </a:r>
          </a:p>
          <a:p xmlns:a="http://schemas.openxmlformats.org/drawingml/2006/main">
            <a:r>
              <a:t>역할: 진동 출력 ON/OFF와 반복 횟수 상태 진행.</a:t>
            </a:r>
          </a:p>
          <a:p xmlns:a="http://schemas.openxmlformats.org/drawingml/2006/main">
            <a:r>
              <a:t>본문 직접 호출명(정적 추출): digitalWrite, setTO, checkTO, rodVrtControl_Stop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firmware/DF_Rod/src/modules/DF_Rod_Communication.cpp:755</a:t>
            </a:r>
          </a:p>
          <a:p xmlns:a="http://schemas.openxmlformats.org/drawingml/2006/main">
            <a:r>
              <a:t>void rodBtnLedControl_Start(int idx, unsigned int cnt, unsigned int ontime, unsigned int offtime)</a:t>
            </a:r>
          </a:p>
          <a:p xmlns:a="http://schemas.openxmlformats.org/drawingml/2006/main">
            <a:r>
              <a:t>역할: 지정 버튼 LED 반복 횟수·시간·상태 설정.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C:/Projects/VS/DF_FW_Code/CodexManage/firmware/DF_Rod/src/modules/DF_Rod_Communication.cpp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firmware/DF_Rod/src/modules/DF_Rod_Communication.cpp:767</a:t>
            </a:r>
          </a:p>
          <a:p xmlns:a="http://schemas.openxmlformats.org/drawingml/2006/main">
            <a:r>
              <a:t>void rodBtnLedControl_Stop(int idx)</a:t>
            </a:r>
          </a:p>
          <a:p xmlns:a="http://schemas.openxmlformats.org/drawingml/2006/main">
            <a:r>
              <a:t>역할: 지정 버튼 LED 반복 상태·플래그 해제.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firmware/DF_Rod/src/modules/DF_Rod_Communication.cpp:781</a:t>
            </a:r>
          </a:p>
          <a:p xmlns:a="http://schemas.openxmlformats.org/drawingml/2006/main">
            <a:r>
              <a:t>void rodLfBtnLedControl()</a:t>
            </a:r>
          </a:p>
          <a:p xmlns:a="http://schemas.openxmlformats.org/drawingml/2006/main">
            <a:r>
              <a:t>역할: 왼쪽 버튼 LED 반복 점멸 상태 진행.</a:t>
            </a:r>
          </a:p>
          <a:p xmlns:a="http://schemas.openxmlformats.org/drawingml/2006/main">
            <a:r>
              <a:t>본문 직접 호출명(정적 추출): digitalWrite, setTO, checkTO, rodBtnLedControl_Stop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firmware/DF_Rod/src/modules/DF_Rod_Communication.cpp:843</a:t>
            </a:r>
          </a:p>
          <a:p xmlns:a="http://schemas.openxmlformats.org/drawingml/2006/main">
            <a:r>
              <a:t>void rodRtBtnLedControl()</a:t>
            </a:r>
          </a:p>
          <a:p xmlns:a="http://schemas.openxmlformats.org/drawingml/2006/main">
            <a:r>
              <a:t>역할: 오른쪽 버튼 LED 반복 점멸 상태 진행.</a:t>
            </a:r>
          </a:p>
          <a:p xmlns:a="http://schemas.openxmlformats.org/drawingml/2006/main">
            <a:r>
              <a:t>본문 직접 호출명(정적 추출): digitalWrite, setTO, checkTO, rodBtnLedControl_Stop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C:/Projects/VS/DF_FW_Code/CodexManage/firmware/DF_Rod/src/modules/DF_Rod_Communication.cpp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firmware/DF_Rod/src/modules/DF_Rod_Ota.cpp:24</a:t>
            </a:r>
          </a:p>
          <a:p xmlns:a="http://schemas.openxmlformats.org/drawingml/2006/main">
            <a:r>
              <a:t>static void DF_Rod_Ota_ResetState()</a:t>
            </a:r>
          </a:p>
          <a:p xmlns:a="http://schemas.openxmlformats.org/drawingml/2006/main">
            <a:r>
              <a:t>역할: SHA-256 context와 OTA 세션 상태 초기화.</a:t>
            </a:r>
          </a:p>
          <a:p xmlns:a="http://schemas.openxmlformats.org/drawingml/2006/main">
            <a:r>
              <a:t>본문 직접 호출명(정적 추출): mbedtls_sha256_free, memset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firmware/DF_Rod/src/modules/DF_Rod_Ota.cpp:33</a:t>
            </a:r>
          </a:p>
          <a:p xmlns:a="http://schemas.openxmlformats.org/drawingml/2006/main">
            <a:r>
              <a:t>static void DF_Rod_Ota_StopOutputs()</a:t>
            </a:r>
          </a:p>
          <a:p xmlns:a="http://schemas.openxmlformats.org/drawingml/2006/main">
            <a:r>
              <a:t>역할: OTA 진입 시 진동·버튼 LED 출력을 정지.</a:t>
            </a:r>
          </a:p>
          <a:p xmlns:a="http://schemas.openxmlformats.org/drawingml/2006/main">
            <a:r>
              <a:t>본문 직접 호출명(정적 추출): rodVrtControl_Stop, rodBtnLedControl_Stop, digitalWrite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firmware/DF_Rod/src/modules/DF_Rod_Ota.cpp:43</a:t>
            </a:r>
          </a:p>
          <a:p xmlns:a="http://schemas.openxmlformats.org/drawingml/2006/main">
            <a:r>
              <a:t>static void DF_Rod_Ota_SendAck(const DF_Protocol_RodOtaFrameView *request, unsigned char status)</a:t>
            </a:r>
          </a:p>
          <a:p xmlns:a="http://schemas.openxmlformats.org/drawingml/2006/main">
            <a:r>
              <a:t>역할: 요청 종류·상태·다음 sequence·기록량을 ACK로 송신.</a:t>
            </a:r>
          </a:p>
          <a:p xmlns:a="http://schemas.openxmlformats.org/drawingml/2006/main">
            <a:r>
              <a:t>본문 직접 호출명(정적 추출): DF_Protocol_RodOta_WriteUint32, DF_Protocol_RodOta_EncodeFrame, eNow.writeRaw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firmware/DF_Rod/src/modules/DF_Rod_Ota.cpp:60</a:t>
            </a:r>
          </a:p>
          <a:p xmlns:a="http://schemas.openxmlformats.org/drawingml/2006/main">
            <a:r>
              <a:t>static unsigned char DF_Rod_Ota_Start(const DF_Protocol_RodOtaFrameView *frame)</a:t>
            </a:r>
          </a:p>
          <a:p xmlns:a="http://schemas.openxmlformats.org/drawingml/2006/main">
            <a:r>
              <a:t>역할: 대상·크기·세션을 검사하고 비활성 app 쓰기 시작.</a:t>
            </a:r>
          </a:p>
          <a:p xmlns:a="http://schemas.openxmlformats.org/drawingml/2006/main">
            <a:r>
              <a:t>본문 직접 호출명(정적 추출): DF_Protocol_RodOta_ReadUint32, memcmp, DF_Rod_Ota_ResetState, Update.begin, memcpy, mbedtls_sha256_init, mbedtls_sha256_starts_ret, Update.abort, DF_Rod_Ota_StopOutputs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firmware/DF_Rod/src/modules/DF_Rod_Ota.cpp:98</a:t>
            </a:r>
          </a:p>
          <a:p xmlns:a="http://schemas.openxmlformats.org/drawingml/2006/main">
            <a:r>
              <a:t>static unsigned char DF_Rod_Ota_Data(const DF_Protocol_RodOtaFrameView *frame)</a:t>
            </a:r>
          </a:p>
          <a:p xmlns:a="http://schemas.openxmlformats.org/drawingml/2006/main">
            <a:r>
              <a:t>역할: 순서/중복을 검사하고 data 기록·SHA-256 누적.</a:t>
            </a:r>
          </a:p>
          <a:p xmlns:a="http://schemas.openxmlformats.org/drawingml/2006/main">
            <a:r>
              <a:t>본문 직접 호출명(정적 추출): Update.write, mbedtls_sha256_update_ret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firmware/DF_Rod/src/modules/DF_Rod_Ota.cpp:111</a:t>
            </a:r>
          </a:p>
          <a:p xmlns:a="http://schemas.openxmlformats.org/drawingml/2006/main">
            <a:r>
              <a:t>static unsigned char DF_Rod_Ota_Finish(const DF_Protocol_RodOtaFrameView *frame)</a:t>
            </a:r>
          </a:p>
          <a:p xmlns:a="http://schemas.openxmlformats.org/drawingml/2006/main">
            <a:r>
              <a:t>역할: 길이·digest 검사 후 부팅 슬롯 전환과 재부팅 예약.</a:t>
            </a:r>
          </a:p>
          <a:p xmlns:a="http://schemas.openxmlformats.org/drawingml/2006/main">
            <a:r>
              <a:t>본문 직접 호출명(정적 추출): mbedtls_sha256_finish_ret, mbedtls_sha256_free, memcmp, Update.abort, DF_Rod_Ota_ResetState, Update.end, millis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C:/Projects/VS/DF_FW_Code/CodexManage/firmware/DF_Rod/src/modules/DF_Rod_Ota.cpp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firmware/DF_Rod/src/modules/DF_Rod_Ota.cpp:138</a:t>
            </a:r>
          </a:p>
          <a:p xmlns:a="http://schemas.openxmlformats.org/drawingml/2006/main">
            <a:r>
              <a:t>int DF_Rod_Ota_HandleFrame(const unsigned char *data, unsigned int length, const unsigned char *sourceAddress)</a:t>
            </a:r>
          </a:p>
          <a:p xmlns:a="http://schemas.openxmlformats.org/drawingml/2006/main">
            <a:r>
              <a:t>역할: 등록 Main만 허용하고 OTA frame 종류별 처리·ACK.</a:t>
            </a:r>
          </a:p>
          <a:p xmlns:a="http://schemas.openxmlformats.org/drawingml/2006/main">
            <a:r>
              <a:t>본문 직접 호출명(정적 추출): memcmp, DF_Protocol_RodOta_DecodeFrame, DF_Rod_Ota_Start, DF_Rod_Ota_Data, DF_Rod_Ota_Finish, Update.isRunning, Update.abort, DF_Rod_Ota_ResetState, DF_Rod_Ota_SendAck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firmware/DF_Rod/src/modules/DF_Rod_Ota.cpp:167</a:t>
            </a:r>
          </a:p>
          <a:p xmlns:a="http://schemas.openxmlformats.org/drawingml/2006/main">
            <a:r>
              <a:t>int DF_Rod_Ota_IsActive()</a:t>
            </a:r>
          </a:p>
          <a:p xmlns:a="http://schemas.openxmlformats.org/drawingml/2006/main">
            <a:r>
              <a:t>역할: 현재 OTA 세션 활성 여부 반환.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firmware/DF_Rod/src/modules/DF_Rod_Ota.cpp:172</a:t>
            </a:r>
          </a:p>
          <a:p xmlns:a="http://schemas.openxmlformats.org/drawingml/2006/main">
            <a:r>
              <a:t>void DF_Rod_Ota_Process()</a:t>
            </a:r>
          </a:p>
          <a:p xmlns:a="http://schemas.openxmlformats.org/drawingml/2006/main">
            <a:r>
              <a:t>역할: 완료 후 예약 시간이 지나면 Rod 재부팅.</a:t>
            </a:r>
          </a:p>
          <a:p xmlns:a="http://schemas.openxmlformats.org/drawingml/2006/main">
            <a:r>
              <a:t>본문 직접 호출명(정적 추출): millis, ESP.restart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C:/Projects/VS/DF_FW_Code/CodexManage/firmware/DF_Rod/src/modules/DF_Rod_Ota.cpp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firmware/DF_Rod/src/modules/DF_Rod_PowerAndImu.cpp:4</a:t>
            </a:r>
          </a:p>
          <a:p xmlns:a="http://schemas.openxmlformats.org/drawingml/2006/main">
            <a:r>
              <a:t>void rodAliveRecvTOCheck()</a:t>
            </a:r>
          </a:p>
          <a:p xmlns:a="http://schemas.openxmlformats.org/drawingml/2006/main">
            <a:r>
              <a:t>역할: Main alive 수신 timeout을 검사해 연결·LED 상태 갱신.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firmware/DF_Rod/src/modules/DF_Rod_PowerAndImu.cpp:26</a:t>
            </a:r>
          </a:p>
          <a:p xmlns:a="http://schemas.openxmlformats.org/drawingml/2006/main">
            <a:r>
              <a:t>void sleepEnteranceCheck()</a:t>
            </a:r>
          </a:p>
          <a:p xmlns:a="http://schemas.openxmlformats.org/drawingml/2006/main">
            <a:r>
              <a:t>역할: sleep 조건 검사만 남음; 실제 deep-sleep 코드는 주석 상태.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firmware/DF_Rod/src/modules/DF_Rod_PowerAndImu.cpp:54</a:t>
            </a:r>
          </a:p>
          <a:p xmlns:a="http://schemas.openxmlformats.org/drawingml/2006/main">
            <a:r>
              <a:t>void imuConnectCheck()</a:t>
            </a:r>
          </a:p>
          <a:p xmlns:a="http://schemas.openxmlformats.org/drawingml/2006/main">
            <a:r>
              <a:t>역할: IMU 데이터 수신/timeout을 판정하고 상태 변화 송신.</a:t>
            </a:r>
          </a:p>
          <a:p xmlns:a="http://schemas.openxmlformats.org/drawingml/2006/main">
            <a:r>
              <a:t>본문 직접 호출명(정적 추출): eNow.write,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C:/Projects/VS/DF_FW_Code/CodexManage/firmware/DF_Rod/src/modules/DF_Rod_PowerAndImu.cpp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firmware/DF_Rod/src/modules/DF_Rod_Registration.cpp:4</a:t>
            </a:r>
          </a:p>
          <a:p xmlns:a="http://schemas.openxmlformats.org/drawingml/2006/main">
            <a:r>
              <a:t>void t1ms_Process()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firmware/DF_Rod/src/modules/DF_Rod_Registration.cpp:13</a:t>
            </a:r>
          </a:p>
          <a:p xmlns:a="http://schemas.openxmlformats.org/drawingml/2006/main">
            <a:r>
              <a:t>void t10ms_Process()</a:t>
            </a:r>
          </a:p>
          <a:p xmlns:a="http://schemas.openxmlformats.org/drawingml/2006/main">
            <a:r>
              <a:t>역할: 진동과 좌우 버튼 LED 반복 상태기계를 진행.</a:t>
            </a:r>
          </a:p>
          <a:p xmlns:a="http://schemas.openxmlformats.org/drawingml/2006/main">
            <a:r>
              <a:t>본문 직접 호출명(정적 추출): rodVrtControl, rodLfBtnLedControl, rodRtBtnLedControl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firmware/DF_Rod/src/modules/DF_Rod_Registration.cpp:28</a:t>
            </a:r>
          </a:p>
          <a:p xmlns:a="http://schemas.openxmlformats.org/drawingml/2006/main">
            <a:r>
              <a:t>void sendRodInfo_forStep()</a:t>
            </a:r>
          </a:p>
          <a:p xmlns:a="http://schemas.openxmlformats.org/drawingml/2006/main">
            <a:r>
              <a:t>역할: IMU·배터리·보드 정보를 100ms 단계로 나누어 송신.</a:t>
            </a:r>
          </a:p>
          <a:p xmlns:a="http://schemas.openxmlformats.org/drawingml/2006/main">
            <a:r>
              <a:t>본문 직접 호출명(정적 추출): imuConnResp, LogPrintln, String, eNow.write, sendInfo_boardType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firmware/DF_Rod/src/modules/DF_Rod_Registration.cpp:75</a:t>
            </a:r>
          </a:p>
          <a:p xmlns:a="http://schemas.openxmlformats.org/drawingml/2006/main">
            <a:r>
              <a:t>void rodRegistToStop()</a:t>
            </a:r>
          </a:p>
          <a:p xmlns:a="http://schemas.openxmlformats.org/drawingml/2006/main">
            <a:r>
              <a:t>역할: Rod 등록 timeout 상태를 정지.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firmware/DF_Rod/src/modules/DF_Rod_Registration.cpp:81</a:t>
            </a:r>
          </a:p>
          <a:p xmlns:a="http://schemas.openxmlformats.org/drawingml/2006/main">
            <a:r>
              <a:t>void rodRegistToStart()</a:t>
            </a:r>
          </a:p>
          <a:p xmlns:a="http://schemas.openxmlformats.org/drawingml/2006/main">
            <a:r>
              <a:t>역할: Rod 등록 timeout 감시를 시작.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firmware/DF_Rod/src/modules/DF_Rod_Registration.cpp:86</a:t>
            </a:r>
          </a:p>
          <a:p xmlns:a="http://schemas.openxmlformats.org/drawingml/2006/main">
            <a:r>
              <a:t>void rodRegi3secToStart()</a:t>
            </a:r>
          </a:p>
          <a:p xmlns:a="http://schemas.openxmlformats.org/drawingml/2006/main">
            <a:r>
              <a:t>역할: 등록 완료 후 지연 종료/재부팅 상태를 시작.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C:/Projects/VS/DF_FW_Code/CodexManage/firmware/DF_Rod/src/modules/DF_Rod_Registration.cpp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firmware/DF_Rod/src/modules/DF_Rod_Registration.cpp:94</a:t>
            </a:r>
          </a:p>
          <a:p xmlns:a="http://schemas.openxmlformats.org/drawingml/2006/main">
            <a:r>
              <a:t>void rodRegistToControl()</a:t>
            </a:r>
          </a:p>
          <a:p xmlns:a="http://schemas.openxmlformats.org/drawingml/2006/main">
            <a:r>
              <a:t>역할: 등록 단계별 timeout·취소·종료를 처리.</a:t>
            </a:r>
          </a:p>
          <a:p xmlns:a="http://schemas.openxmlformats.org/drawingml/2006/main">
            <a:r>
              <a:t>본문 직접 호출명(정적 추출): setTO, checkTO, rodRegistCancel, ESP_Soft_Reset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firmware/DF_Rod/src/modules/DF_Rod_Registration.cpp:137</a:t>
            </a:r>
          </a:p>
          <a:p xmlns:a="http://schemas.openxmlformats.org/drawingml/2006/main">
            <a:r>
              <a:t>void rodRegistCancel()</a:t>
            </a:r>
          </a:p>
          <a:p xmlns:a="http://schemas.openxmlformats.org/drawingml/2006/main">
            <a:r>
              <a:t>역할: 등록 모드를 해제해 정상 상태로 복귀.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C:/Projects/VS/DF_FW_Code/CodexManage/firmware/DF_Rod/src/modules/DF_Rod_Registration.cpp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firmware/DF_Rod/src/modules/DF_Rod_SchedulerAndInput.cpp:4</a:t>
            </a:r>
          </a:p>
          <a:p xmlns:a="http://schemas.openxmlformats.org/drawingml/2006/main">
            <a:r>
              <a:t>void t100ms_Process()</a:t>
            </a:r>
          </a:p>
          <a:p xmlns:a="http://schemas.openxmlformats.org/drawingml/2006/main">
            <a:r>
              <a:t>역할: 부팅 정보·장기 버튼 입력·등록 LED/timeout 처리.</a:t>
            </a:r>
          </a:p>
          <a:p xmlns:a="http://schemas.openxmlformats.org/drawingml/2006/main">
            <a:r>
              <a:t>본문 직접 호출명(정적 추출): sendInfo_boardType, sendRodInfo_forStep, eNow.addPeerAddress, eNow.getMyAddress, eNow.writeBC, rodRegistToStart, digitalWrite, rodRegistToControl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firmware/DF_Rod/src/modules/DF_Rod_SchedulerAndInput.cpp:83</a:t>
            </a:r>
          </a:p>
          <a:p xmlns:a="http://schemas.openxmlformats.org/drawingml/2006/main">
            <a:r>
              <a:t>void t500ms_Process()</a:t>
            </a:r>
          </a:p>
          <a:p xmlns:a="http://schemas.openxmlformats.org/drawingml/2006/main">
            <a:r>
              <a:t>역할: 배터리 ADC 이동 평균을 갱신.</a:t>
            </a:r>
          </a:p>
          <a:p xmlns:a="http://schemas.openxmlformats.org/drawingml/2006/main">
            <a:r>
              <a:t>본문 직접 호출명(정적 추출): battery.scanAvgInteg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firmware/DF_Rod/src/modules/DF_Rod_SchedulerAndInput.cpp:98</a:t>
            </a:r>
          </a:p>
          <a:p xmlns:a="http://schemas.openxmlformats.org/drawingml/2006/main">
            <a:r>
              <a:t>void t1sec_Process()</a:t>
            </a:r>
          </a:p>
          <a:p xmlns:a="http://schemas.openxmlformats.org/drawingml/2006/main">
            <a:r>
              <a:t>역할: alive·IMU·배터리·보드 LED 상태를 주기 갱신.</a:t>
            </a:r>
          </a:p>
          <a:p xmlns:a="http://schemas.openxmlformats.org/drawingml/2006/main">
            <a:r>
              <a:t>본문 직접 호출명(정적 추출): rodAliveRecvTOCheck, imuConnectCheck, battChangeCheckSend, rodLed1SecControl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firmware/DF_Rod/src/modules/DF_Rod_SchedulerAndInput.cpp:124</a:t>
            </a:r>
          </a:p>
          <a:p xmlns:a="http://schemas.openxmlformats.org/drawingml/2006/main">
            <a:r>
              <a:t>void rodLed1SecControl()</a:t>
            </a:r>
          </a:p>
          <a:p xmlns:a="http://schemas.openxmlformats.org/drawingml/2006/main">
            <a:r>
              <a:t>역할: Main alive와 등록 상태에 따라 Rod 보드 LED 표시.</a:t>
            </a:r>
          </a:p>
          <a:p xmlns:a="http://schemas.openxmlformats.org/drawingml/2006/main">
            <a:r>
              <a:t>본문 직접 호출명(정적 추출): digitalWrite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firmware/DF_Rod/src/modules/DF_Rod_SchedulerAndInput.cpp:155</a:t>
            </a:r>
          </a:p>
          <a:p xmlns:a="http://schemas.openxmlformats.org/drawingml/2006/main">
            <a:r>
              <a:t>void run_timer()</a:t>
            </a:r>
          </a:p>
          <a:p xmlns:a="http://schemas.openxmlformats.org/drawingml/2006/main">
            <a:r>
              <a:t>역할: millis 경과량으로 1/10/100/500/1000ms 카운터 누적.</a:t>
            </a:r>
          </a:p>
          <a:p xmlns:a="http://schemas.openxmlformats.org/drawingml/2006/main">
            <a:r>
              <a:t>본문 직접 호출명(정적 추출): millis,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firmware/DF_Rod/src/modules/DF_Rod_SchedulerAndInput.cpp:235</a:t>
            </a:r>
          </a:p>
          <a:p xmlns:a="http://schemas.openxmlformats.org/drawingml/2006/main">
            <a:r>
              <a:t>void ioPinSetting()</a:t>
            </a:r>
          </a:p>
          <a:p xmlns:a="http://schemas.openxmlformats.org/drawingml/2006/main">
            <a:r>
              <a:t>역할: 현재 제품 GPIO 입출력 모드와 초기 출력 설정.</a:t>
            </a:r>
          </a:p>
          <a:p xmlns:a="http://schemas.openxmlformats.org/drawingml/2006/main">
            <a:r>
              <a:t>본문 직접 호출명(정적 추출): pinMode, digitalWrite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C:/Projects/VS/DF_FW_Code/CodexManage/firmware/DF_Rod/src/modules/DF_Rod_SchedulerAndInput.cpp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firmware/DF_Rod/src/modules/DF_Rod_SchedulerAndInput.cpp:260</a:t>
            </a:r>
          </a:p>
          <a:p xmlns:a="http://schemas.openxmlformats.org/drawingml/2006/main">
            <a:r>
              <a:t>void checkFileSystem()</a:t>
            </a:r>
          </a:p>
          <a:p xmlns:a="http://schemas.openxmlformats.org/drawingml/2006/main">
            <a:r>
              <a:t>역할: SPIFFS 마운트; 실패 시 포맷하고 재부팅.</a:t>
            </a:r>
          </a:p>
          <a:p xmlns:a="http://schemas.openxmlformats.org/drawingml/2006/main">
            <a:r>
              <a:t>본문 직접 호출명(정적 추출): SPIFFS.begin, LogPrintln, SPIFFS.format, delay, ESP_Soft_Reset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C:/Projects/VS/DF_FW_Code/CodexManage/firmware/DF_Rod/src/modules/DF_Rod_SchedulerAndInput.cpp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firmware/DF_Rod/src/modules/DF_Rod_SetupProtocol.cpp:4</a:t>
            </a:r>
          </a:p>
          <a:p xmlns:a="http://schemas.openxmlformats.org/drawingml/2006/main">
            <a:r>
              <a:t>void uartPcHandler_NormalMode()</a:t>
            </a:r>
          </a:p>
          <a:p xmlns:a="http://schemas.openxmlformats.org/drawingml/2006/main">
            <a:r>
              <a:t>역할: Rod USB 정상 모드의 조회·설정·시험 명령 처리.</a:t>
            </a:r>
          </a:p>
          <a:p xmlns:a="http://schemas.openxmlformats.org/drawingml/2006/main">
            <a:r>
              <a:t>본문 직접 호출명(정적 추출): Serial.available, Serial.readStringUntil, msg.trim, msg.startsWith, imu.convert_oldSetup, imu.setConfig, eNow.getMyAddress, eNow.getTargetAddress, RespPrintln, imu.setStartStop, Entry_SetupMode, imu.getversion, LogPrintln, msg.substring, toInt, String, eNow.fsFormat, msg.length, setData_RodCycleTest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firmware/DF_Rod/src/modules/DF_Rod_SetupProtocol.cpp:111</a:t>
            </a:r>
          </a:p>
          <a:p xmlns:a="http://schemas.openxmlformats.org/drawingml/2006/main">
            <a:r>
              <a:t>int targetAddrWrite(String msg)</a:t>
            </a:r>
          </a:p>
          <a:p xmlns:a="http://schemas.openxmlformats.org/drawingml/2006/main">
            <a:r>
              <a:t>역할: 대상 주소 문자열 길이를 확인하고 파일에 저장.</a:t>
            </a:r>
          </a:p>
          <a:p xmlns:a="http://schemas.openxmlformats.org/drawingml/2006/main">
            <a:r>
              <a:t>본문 직접 호출명(정적 추출): msg.length, eNow.setTargetAddress, LogPrintln,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firmware/DF_Rod/src/modules/DF_Rod_SetupProtocol.cpp:143</a:t>
            </a:r>
          </a:p>
          <a:p xmlns:a="http://schemas.openxmlformats.org/drawingml/2006/main">
            <a:r>
              <a:t>void uartPcHandler_Setup()</a:t>
            </a:r>
          </a:p>
          <a:p xmlns:a="http://schemas.openxmlformats.org/drawingml/2006/main">
            <a:r>
              <a:t>역할: Rod USB 설정 모드의 주소·IMU·모드 명령 처리.</a:t>
            </a:r>
          </a:p>
          <a:p xmlns:a="http://schemas.openxmlformats.org/drawingml/2006/main">
            <a:r>
              <a:t>본문 직접 호출명(정적 추출): Serial.available, Serial.readStringUntil, msg.trim, msg.startsWith, Exit_SetupMode, eNow.getMyAddress, eNow.getTargetAddress, RespPrintln, msg.substring, targetAddrWrite, LogPrintln, String, msg.length, imu.convert_oldSetup, imu.setConfig, imu.setConfigString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firmware/DF_Rod/src/modules/DF_Rod_SetupProtocol.cpp:225</a:t>
            </a:r>
          </a:p>
          <a:p xmlns:a="http://schemas.openxmlformats.org/drawingml/2006/main">
            <a:r>
              <a:t>void setRecvImuData()</a:t>
            </a:r>
          </a:p>
          <a:p xmlns:a="http://schemas.openxmlformats.org/drawingml/2006/main">
            <a:r>
              <a:t>역할: IMU 수신 감시 플래그·간격 측정 상태 갱신.</a:t>
            </a:r>
          </a:p>
          <a:p xmlns:a="http://schemas.openxmlformats.org/drawingml/2006/main">
            <a:r>
              <a:t>본문 직접 호출명(정적 추출): zeroFill4Char, RespPrintln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firmware/DF_Rod/src/modules/DF_Rod_SetupProtocol.cpp:260</a:t>
            </a:r>
          </a:p>
          <a:p xmlns:a="http://schemas.openxmlformats.org/drawingml/2006/main">
            <a:r>
              <a:t>int isRodNewBoard()</a:t>
            </a:r>
          </a:p>
          <a:p xmlns:a="http://schemas.openxmlformats.org/drawingml/2006/main">
            <a:r>
              <a:t>역할: 현재 Rod 보드 종류 판정값 반환.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firmware/DF_Rod/src/modules/DF_Rod_SetupProtocol.cpp:272</a:t>
            </a:r>
          </a:p>
          <a:p xmlns:a="http://schemas.openxmlformats.org/drawingml/2006/main">
            <a:r>
              <a:t>int setBoardType()</a:t>
            </a:r>
          </a:p>
          <a:p xmlns:a="http://schemas.openxmlformats.org/drawingml/2006/main">
            <a:r>
              <a:t>역할: 현재 고정 Rod 보드 타입 설정/반환.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C:/Projects/VS/DF_FW_Code/CodexManage/firmware/DF_Rod/src/modules/DF_Rod_SetupProtocol.cpp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firmware/DF_Rod/src/modules/DF_Rod_SetupProtocol.cpp:279</a:t>
            </a:r>
          </a:p>
          <a:p xmlns:a="http://schemas.openxmlformats.org/drawingml/2006/main">
            <a:r>
              <a:t>int getButtonType()</a:t>
            </a:r>
          </a:p>
          <a:p xmlns:a="http://schemas.openxmlformats.org/drawingml/2006/main">
            <a:r>
              <a:t>역할: getButtonType 기준의 현재 버튼 종류 반환.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firmware/DF_Rod/src/modules/DF_Rod_SetupProtocol.cpp:285</a:t>
            </a:r>
          </a:p>
          <a:p xmlns:a="http://schemas.openxmlformats.org/drawingml/2006/main">
            <a:r>
              <a:t>int getBreakType()</a:t>
            </a:r>
          </a:p>
          <a:p xmlns:a="http://schemas.openxmlformats.org/drawingml/2006/main">
            <a:r>
              <a:t>역할: 현재 브레이크 구성 반환.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firmware/DF_Rod/src/modules/DF_Rod_SetupProtocol.cpp:291</a:t>
            </a:r>
          </a:p>
          <a:p xmlns:a="http://schemas.openxmlformats.org/drawingml/2006/main">
            <a:r>
              <a:t>int getEncType()</a:t>
            </a:r>
          </a:p>
          <a:p xmlns:a="http://schemas.openxmlformats.org/drawingml/2006/main">
            <a:r>
              <a:t>역할: 현재 엔코더 구성 반환.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firmware/DF_Rod/src/modules/DF_Rod_SetupProtocol.cpp:298</a:t>
            </a:r>
          </a:p>
          <a:p xmlns:a="http://schemas.openxmlformats.org/drawingml/2006/main">
            <a:r>
              <a:t>int getBattType()</a:t>
            </a:r>
          </a:p>
          <a:p xmlns:a="http://schemas.openxmlformats.org/drawingml/2006/main">
            <a:r>
              <a:t>역할: 현재 배터리 구성 반환.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firmware/DF_Rod/src/modules/DF_Rod_SetupProtocol.cpp:307</a:t>
            </a:r>
          </a:p>
          <a:p xmlns:a="http://schemas.openxmlformats.org/drawingml/2006/main">
            <a:r>
              <a:t>void settingIOtype()</a:t>
            </a:r>
          </a:p>
          <a:p xmlns:a="http://schemas.openxmlformats.org/drawingml/2006/main">
            <a:r>
              <a:t>역할: 예약/미구현 함수: 현재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firmware/DF_Rod/src/modules/DF_Rod_SetupProtocol.cpp:314</a:t>
            </a:r>
          </a:p>
          <a:p xmlns:a="http://schemas.openxmlformats.org/drawingml/2006/main">
            <a:r>
              <a:t>void setSlaveMode()</a:t>
            </a:r>
          </a:p>
          <a:p xmlns:a="http://schemas.openxmlformats.org/drawingml/2006/main">
            <a:r>
              <a:t>역할: 설정 입력 핀을 읽어 Rod 정상/설정 모드 결정.</a:t>
            </a:r>
          </a:p>
          <a:p xmlns:a="http://schemas.openxmlformats.org/drawingml/2006/main">
            <a:r>
              <a:t>본문 직접 호출명(정적 추출): digitalRead, delay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C:/Projects/VS/DF_FW_Code/CodexManage/firmware/DF_Rod/src/modules/DF_Rod_SetupProtocol.cpp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firmware/DF_Rod/src/modules/DF_Rod_SetupProtocol.cpp:327</a:t>
            </a:r>
          </a:p>
          <a:p xmlns:a="http://schemas.openxmlformats.org/drawingml/2006/main">
            <a:r>
              <a:t>int readSlaveMode()</a:t>
            </a:r>
          </a:p>
          <a:p xmlns:a="http://schemas.openxmlformats.org/drawingml/2006/main">
            <a:r>
              <a:t>역할: 현재 Rod 모드 값 반환.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firmware/DF_Rod/src/modules/DF_Rod_SetupProtocol.cpp:331</a:t>
            </a:r>
          </a:p>
          <a:p xmlns:a="http://schemas.openxmlformats.org/drawingml/2006/main">
            <a:r>
              <a:t>int isSlaveSetupMode()</a:t>
            </a:r>
          </a:p>
          <a:p xmlns:a="http://schemas.openxmlformats.org/drawingml/2006/main">
            <a:r>
              <a:t>역할: 현재 설정 모드 여부 반환.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firmware/DF_Rod/src/modules/DF_Rod_SetupProtocol.cpp:337</a:t>
            </a:r>
          </a:p>
          <a:p xmlns:a="http://schemas.openxmlformats.org/drawingml/2006/main">
            <a:r>
              <a:t>void Entry_SetupMode()</a:t>
            </a:r>
          </a:p>
          <a:p xmlns:a="http://schemas.openxmlformats.org/drawingml/2006/main">
            <a:r>
              <a:t>역할: 설정 모드 플래그와 상태 LED 설정.</a:t>
            </a:r>
          </a:p>
          <a:p xmlns:a="http://schemas.openxmlformats.org/drawingml/2006/main">
            <a:r>
              <a:t>본문 직접 호출명(정적 추출): digitalWrite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firmware/DF_Rod/src/modules/DF_Rod_SetupProtocol.cpp:345</a:t>
            </a:r>
          </a:p>
          <a:p xmlns:a="http://schemas.openxmlformats.org/drawingml/2006/main">
            <a:r>
              <a:t>void Exit_SetupMode()</a:t>
            </a:r>
          </a:p>
          <a:p xmlns:a="http://schemas.openxmlformats.org/drawingml/2006/main">
            <a:r>
              <a:t>역할: 설정 모드를 종료하기 위해 재부팅.</a:t>
            </a:r>
          </a:p>
          <a:p xmlns:a="http://schemas.openxmlformats.org/drawingml/2006/main">
            <a:r>
              <a:t>본문 직접 호출명(정적 추출): ESP_Soft_Reset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firmware/DF_Rod/src/modules/DF_Rod_SetupProtocol.cpp:355</a:t>
            </a:r>
          </a:p>
          <a:p xmlns:a="http://schemas.openxmlformats.org/drawingml/2006/main">
            <a:r>
              <a:t>void ESP_Soft_Reset()</a:t>
            </a:r>
          </a:p>
          <a:p xmlns:a="http://schemas.openxmlformats.org/drawingml/2006/main">
            <a:r>
              <a:t>역할: ESP.restart()로 소프트웨어 재부팅.</a:t>
            </a:r>
          </a:p>
          <a:p xmlns:a="http://schemas.openxmlformats.org/drawingml/2006/main">
            <a:r>
              <a:t>본문 직접 호출명(정적 추출): ESP.restart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C:/Projects/VS/DF_FW_Code/CodexManage/firmware/DF_Rod/src/modules/DF_Rod_SetupProtocol.cpp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firmware/DF_Rod/src/Potentiometer.cpp:8</a:t>
            </a:r>
          </a:p>
          <a:p xmlns:a="http://schemas.openxmlformats.org/drawingml/2006/main">
            <a:r>
              <a:t>Potentiometer::Potentiometer()</a:t>
            </a:r>
          </a:p>
          <a:p xmlns:a="http://schemas.openxmlformats.org/drawingml/2006/main">
            <a:r>
              <a:t>역할: 생성자; 별도 초기화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firmware/DF_Rod/src/Potentiometer.cpp:13</a:t>
            </a:r>
          </a:p>
          <a:p xmlns:a="http://schemas.openxmlformats.org/drawingml/2006/main">
            <a:r>
              <a:t>void Potentiometer::init()</a:t>
            </a:r>
          </a:p>
          <a:p xmlns:a="http://schemas.openxmlformats.org/drawingml/2006/main">
            <a:r>
              <a:t>역할: 디지털 포텐셔미터용 SPI와 초기 출력 설정.</a:t>
            </a:r>
          </a:p>
          <a:p xmlns:a="http://schemas.openxmlformats.org/drawingml/2006/main">
            <a:r>
              <a:t>본문 직접 호출명(정적 추출): SPI.begin, pinMode, digitalPortWrite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firmware/DF_Rod/src/Potentiometer.cpp:27</a:t>
            </a:r>
          </a:p>
          <a:p xmlns:a="http://schemas.openxmlformats.org/drawingml/2006/main">
            <a:r>
              <a:t>void Potentiometer::digitalPortWrite(int _pinNum, int _val)</a:t>
            </a:r>
          </a:p>
          <a:p xmlns:a="http://schemas.openxmlformats.org/drawingml/2006/main">
            <a:r>
              <a:t>역할: chip-select를 제어하며 SPI 값 전송.</a:t>
            </a:r>
          </a:p>
          <a:p xmlns:a="http://schemas.openxmlformats.org/drawingml/2006/main">
            <a:r>
              <a:t>본문 직접 호출명(정적 추출): digitalWrite, SPI.transfer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firmware/DF_Rod/src/Potentiometer.cpp:38</a:t>
            </a:r>
          </a:p>
          <a:p xmlns:a="http://schemas.openxmlformats.org/drawingml/2006/main">
            <a:r>
              <a:t>void Potentiometer::setValue(String _str)</a:t>
            </a:r>
          </a:p>
          <a:p xmlns:a="http://schemas.openxmlformats.org/drawingml/2006/main">
            <a:r>
              <a:t>역할: 입력값을 해석해 디지털 포텐셔미터 출력 함수 호출.</a:t>
            </a:r>
          </a:p>
          <a:p xmlns:a="http://schemas.openxmlformats.org/drawingml/2006/main">
            <a:r>
              <a:t>본문 직접 호출명(정적 추출): _str.substring, toInt, outValue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firmware/DF_Rod/src/Potentiometer.cpp:46</a:t>
            </a:r>
          </a:p>
          <a:p xmlns:a="http://schemas.openxmlformats.org/drawingml/2006/main">
            <a:r>
              <a:t>void Potentiometer::setValue(int _val)</a:t>
            </a:r>
          </a:p>
          <a:p xmlns:a="http://schemas.openxmlformats.org/drawingml/2006/main">
            <a:r>
              <a:t>역할: 입력값을 해석해 디지털 포텐셔미터 출력 함수 호출.</a:t>
            </a:r>
          </a:p>
          <a:p xmlns:a="http://schemas.openxmlformats.org/drawingml/2006/main">
            <a:r>
              <a:t>본문 직접 호출명(정적 추출): outValue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firmware/DF_Rod/src/Potentiometer.cpp:54</a:t>
            </a:r>
          </a:p>
          <a:p xmlns:a="http://schemas.openxmlformats.org/drawingml/2006/main">
            <a:r>
              <a:t>void Potentiometer::outValue(int _val)</a:t>
            </a:r>
          </a:p>
          <a:p xmlns:a="http://schemas.openxmlformats.org/drawingml/2006/main">
            <a:r>
              <a:t>역할: 허용 범위·반전 조건을 적용해 SPI 출력.</a:t>
            </a:r>
          </a:p>
          <a:p xmlns:a="http://schemas.openxmlformats.org/drawingml/2006/main">
            <a:r>
              <a:t>본문 직접 호출명(정적 추출): digitalPortWrite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C:/Projects/VS/DF_FW_Code/CodexManage/firmware/DF_Rod/src/Potentiometer.cpp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firmware/DF_Rod/src/SwitchButton.cpp:23</a:t>
            </a:r>
          </a:p>
          <a:p xmlns:a="http://schemas.openxmlformats.org/drawingml/2006/main">
            <a:r>
              <a:t>SwitchButton::SwitchButton()</a:t>
            </a:r>
          </a:p>
          <a:p xmlns:a="http://schemas.openxmlformats.org/drawingml/2006/main">
            <a:r>
              <a:t>역할: 생성자; 별도 초기화 실행문 없음.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firmware/DF_Rod/src/SwitchButton.cpp:29</a:t>
            </a:r>
          </a:p>
          <a:p xmlns:a="http://schemas.openxmlformats.org/drawingml/2006/main">
            <a:r>
              <a:t>void SwitchButton::init()</a:t>
            </a:r>
          </a:p>
          <a:p xmlns:a="http://schemas.openxmlformats.org/drawingml/2006/main">
            <a:r>
              <a:t>역할: 버튼 입력 핀과 이전 입력 상태 초기화.</a:t>
            </a:r>
          </a:p>
          <a:p xmlns:a="http://schemas.openxmlformats.org/drawingml/2006/main">
            <a:r>
              <a:t>본문 직접 호출명(정적 추출): pinMode, digitalRead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firmware/DF_Rod/src/SwitchButton.cpp:42</a:t>
            </a:r>
          </a:p>
          <a:p xmlns:a="http://schemas.openxmlformats.org/drawingml/2006/main">
            <a:r>
              <a:t>void SwitchButton::setSwitchCallback(void (*switchCallback)(String))</a:t>
            </a:r>
          </a:p>
          <a:p xmlns:a="http://schemas.openxmlformats.org/drawingml/2006/main">
            <a:r>
              <a:t>역할: 버튼 변화 알림 콜백 포인터 등록.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firmware/DF_Rod/src/SwitchButton.cpp:48</a:t>
            </a:r>
          </a:p>
          <a:p xmlns:a="http://schemas.openxmlformats.org/drawingml/2006/main">
            <a:r>
              <a:t>void SwitchButton::toggle()</a:t>
            </a:r>
          </a:p>
          <a:p xmlns:a="http://schemas.openxmlformats.org/drawingml/2006/main">
            <a:r>
              <a:t>역할: 버튼 입력·필터·LED 상태를 갱신하고 변화 콜백.</a:t>
            </a:r>
          </a:p>
          <a:p xmlns:a="http://schemas.openxmlformats.org/drawingml/2006/main">
            <a:r>
              <a:t>본문 직접 호출명(정적 추출): digitalRead, digitalWrite, _switchCallback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C:/Projects/VS/DF_FW_Code/CodexManage/firmware/DF_Rod/src/SwitchButton.cpp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libraries/DFProtocol/src/DFProtocol.cpp:29</a:t>
            </a:r>
          </a:p>
          <a:p xmlns:a="http://schemas.openxmlformats.org/drawingml/2006/main">
            <a:r>
              <a:t>int DF_Protocol_Encode(char* output, size_t outputCapacity, const char* pidText, const char* payload, size_t payloadLength)</a:t>
            </a:r>
          </a:p>
          <a:p xmlns:a="http://schemas.openxmlformats.org/drawingml/2006/main">
            <a:r>
              <a:t>역할: 문자 PID/payload를 용량·입력 검사 후 메시지로 인코딩.</a:t>
            </a:r>
          </a:p>
          <a:p xmlns:a="http://schemas.openxmlformats.org/drawingml/2006/main">
            <a:r>
              <a:t>본문 직접 호출명(정적 추출): memcpy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libraries/DFProtocol/src/DFProtocol.cpp:58</a:t>
            </a:r>
          </a:p>
          <a:p xmlns:a="http://schemas.openxmlformats.org/drawingml/2006/main">
            <a:r>
              <a:t>int DF_Protocol_Decode(const char* input, size_t inputLength, DF_Protocol_MessageView* message)</a:t>
            </a:r>
          </a:p>
          <a:p xmlns:a="http://schemas.openxmlformats.org/drawingml/2006/main">
            <a:r>
              <a:t>역할: 문자 메시지 길이/PID를 검사하고 payload view 반환.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libraries/DFProtocol/src/DFProtocol.cpp:79</a:t>
            </a:r>
          </a:p>
          <a:p xmlns:a="http://schemas.openxmlformats.org/drawingml/2006/main">
            <a:r>
              <a:t>static int DF_Protocol_RodOta_IsFrameTypeValid(unsigned char frameType)</a:t>
            </a:r>
          </a:p>
          <a:p xmlns:a="http://schemas.openxmlformats.org/drawingml/2006/main">
            <a:r>
              <a:t>역할: 허용된 OTA frame 종류인지 검사.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libraries/DFProtocol/src/DFProtocol.cpp:84</a:t>
            </a:r>
          </a:p>
          <a:p xmlns:a="http://schemas.openxmlformats.org/drawingml/2006/main">
            <a:r>
              <a:t>uint32_t DF_Protocol_RodOta_CalculateCrc32(const unsigned char* data, size_t dataLength)</a:t>
            </a:r>
          </a:p>
          <a:p xmlns:a="http://schemas.openxmlformats.org/drawingml/2006/main">
            <a:r>
              <a:t>역할: OTA frame 데이터의 CRC32 계산.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libraries/DFProtocol/src/DFProtocol.cpp:112</a:t>
            </a:r>
          </a:p>
          <a:p xmlns:a="http://schemas.openxmlformats.org/drawingml/2006/main">
            <a:r>
              <a:t>void DF_Protocol_RodOta_WriteUint32(unsigned char* output, uint32_t value)</a:t>
            </a:r>
          </a:p>
          <a:p xmlns:a="http://schemas.openxmlformats.org/drawingml/2006/main">
            <a:r>
              <a:t>역할: 32-bit 값을 big-endian byte 배열로 기록.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libraries/DFProtocol/src/DFProtocol.cpp:124</a:t>
            </a:r>
          </a:p>
          <a:p xmlns:a="http://schemas.openxmlformats.org/drawingml/2006/main">
            <a:r>
              <a:t>uint32_t DF_Protocol_RodOta_ReadUint32(const unsigned char* input)</a:t>
            </a:r>
          </a:p>
          <a:p xmlns:a="http://schemas.openxmlformats.org/drawingml/2006/main">
            <a:r>
              <a:t>역할: big-endian 4바이트를 32-bit 값으로 복원.</a:t>
            </a:r>
          </a:p>
          <a:p xmlns:a="http://schemas.openxmlformats.org/drawingml/2006/main">
            <a:r>
              <a:t>본문 직접 호출명(정적 추출):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C:/Projects/VS/DF_FW_Code/CodexManage/libraries/DFProtocol/src/DFProtocol.cpp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libraries/DFProtocol/src/DFProtocol.cpp:136</a:t>
            </a:r>
          </a:p>
          <a:p xmlns:a="http://schemas.openxmlformats.org/drawingml/2006/main">
            <a:r>
              <a:t>int DF_Protocol_RodOta_EncodeFrame(unsigned char* output, size_t outputCapacity, unsigned char frameType, uint32_t sessionId, uint32_t sequence, const unsigned char* payload, unsigned int payloadLength)</a:t>
            </a:r>
          </a:p>
          <a:p xmlns:a="http://schemas.openxmlformats.org/drawingml/2006/main">
            <a:r>
              <a:t>역할: DFRO header·payload·CRC를 binary frame으로 생성.</a:t>
            </a:r>
          </a:p>
          <a:p xmlns:a="http://schemas.openxmlformats.org/drawingml/2006/main">
            <a:r>
              <a:t>본문 직접 호출명(정적 추출): DF_Protocol_RodOta_IsFrameTypeValid, DF_Protocol_RodOta_WriteUint32, memcpy, DF_Protocol_RodOta_CalculateCrc32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libraries/DFProtocol/src/DFProtocol.cpp:173</a:t>
            </a:r>
          </a:p>
          <a:p xmlns:a="http://schemas.openxmlformats.org/drawingml/2006/main">
            <a:r>
              <a:t>int DF_Protocol_RodOta_DecodeFrame(const unsigned char* input, size_t inputLength, DF_Protocol_RodOtaFrameView* frame)</a:t>
            </a:r>
          </a:p>
          <a:p xmlns:a="http://schemas.openxmlformats.org/drawingml/2006/main">
            <a:r>
              <a:t>역할: magic·버전·종류·길이·CRC 검사 후 frame view 반환.</a:t>
            </a:r>
          </a:p>
          <a:p xmlns:a="http://schemas.openxmlformats.org/drawingml/2006/main">
            <a:r>
              <a:t>본문 직접 호출명(정적 추출): DF_Protocol_RodOta_IsFrameTypeValid, DF_Protocol_RodOta_CalculateCrc32, DF_Protocol_RodOta_ReadUint32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C:/Projects/VS/DF_FW_Code/CodexManage/libraries/DFProtocol/src/DFProtocol.cpp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C:/Projects/VS/DF_FW_Code/CodexManage/firmware/DF_Main/src/Common.h</a:t>
            </a:r>
          </a:p>
          <a:p xmlns:a="http://schemas.openxmlformats.org/drawingml/2006/main">
            <a:r>
              <a:t>C:/Projects/VS/DF_FW_Code/CodexManage/firmware/DF_Rod/src/Common.h</a:t>
            </a:r>
          </a:p>
          <a:p xmlns:a="http://schemas.openxmlformats.org/drawingml/2006/main">
            <a:r>
              <a:t>C:/Projects/VS/DF_FW_Code/CodexManage/libraries/DFProtocol/src/DFProtocol.h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기준: 2026-08-31 복구 후 활성 소스. 함수 목록은 소스 정의 기준이며 runtime coverage를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C:/Projects/VS/DF_FW_Code/CodexManage/AGENTS.md</a:t>
            </a:r>
          </a:p>
          <a:p xmlns:a="http://schemas.openxmlformats.org/drawingml/2006/main">
            <a:r>
              <a:t>C:/Projects/VS/DF_FW_Code/CodexManage/CurrentWork.md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840f42030848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58e922088e4663" /><Relationship Type="http://schemas.openxmlformats.org/officeDocument/2006/relationships/slideLayout" Target="/ppt/slideLayouts/slideLayout1.xml" Id="R76fcb5ba6dfc4d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fcb5ba6dfc4d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7b9ea790f4ce1" /><Relationship Type="http://schemas.openxmlformats.org/officeDocument/2006/relationships/notesSlide" Target="/ppt/notesSlides/notesSlide1.xml" Id="R19143ac9c8094c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039a640f94d88" /><Relationship Type="http://schemas.openxmlformats.org/officeDocument/2006/relationships/notesSlide" Target="/ppt/notesSlides/notesSlide2.xml" Id="Rcd71d6dee25348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074d255204331" /><Relationship Type="http://schemas.openxmlformats.org/officeDocument/2006/relationships/notesSlide" Target="/ppt/notesSlides/notesSlide3.xml" Id="R7d0a175d3c9648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de01861dc4eb5" /><Relationship Type="http://schemas.openxmlformats.org/officeDocument/2006/relationships/notesSlide" Target="/ppt/notesSlides/notesSlide4.xml" Id="R8ec02a05df404e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f2e080ea64621" /><Relationship Type="http://schemas.openxmlformats.org/officeDocument/2006/relationships/notesSlide" Target="/ppt/notesSlides/notesSlide5.xml" Id="R9f49a63dd81b4f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2c7e482c74924" /><Relationship Type="http://schemas.openxmlformats.org/officeDocument/2006/relationships/notesSlide" Target="/ppt/notesSlides/notesSlide6.xml" Id="R9f6aea891f1844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80eb2ba5848b8" /><Relationship Type="http://schemas.openxmlformats.org/officeDocument/2006/relationships/notesSlide" Target="/ppt/notesSlides/notesSlide7.xml" Id="R2a7cf0e1a49d44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8735d48e142cb" /><Relationship Type="http://schemas.openxmlformats.org/officeDocument/2006/relationships/notesSlide" Target="/ppt/notesSlides/notesSlide8.xml" Id="Rf331608b164649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e605da99e4e9e" /><Relationship Type="http://schemas.openxmlformats.org/officeDocument/2006/relationships/notesSlide" Target="/ppt/notesSlides/notesSlide9.xml" Id="Rb332627258af4c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0ccf76d1e4e53" /><Relationship Type="http://schemas.openxmlformats.org/officeDocument/2006/relationships/notesSlide" Target="/ppt/notesSlides/notesSlide10.xml" Id="Rfd90ce6e875b4d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6af38c45e4612" /><Relationship Type="http://schemas.openxmlformats.org/officeDocument/2006/relationships/notesSlide" Target="/ppt/notesSlides/notesSlide11.xml" Id="R920359c1df134f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5a08cf4984417" /><Relationship Type="http://schemas.openxmlformats.org/officeDocument/2006/relationships/notesSlide" Target="/ppt/notesSlides/notesSlide12.xml" Id="R066cf6ceade74f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7679f19b249c9" /><Relationship Type="http://schemas.openxmlformats.org/officeDocument/2006/relationships/notesSlide" Target="/ppt/notesSlides/notesSlide13.xml" Id="R33a6168c4c3c471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4dd4fb4444764" /><Relationship Type="http://schemas.openxmlformats.org/officeDocument/2006/relationships/notesSlide" Target="/ppt/notesSlides/notesSlide14.xml" Id="Rbd98652b05574ea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20f586a2c4e84" /><Relationship Type="http://schemas.openxmlformats.org/officeDocument/2006/relationships/notesSlide" Target="/ppt/notesSlides/notesSlide15.xml" Id="R05b942a84a1a460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5937d981e456d" /><Relationship Type="http://schemas.openxmlformats.org/officeDocument/2006/relationships/notesSlide" Target="/ppt/notesSlides/notesSlide16.xml" Id="R7cbb9c0bdde4470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ceb4efea14a37" /><Relationship Type="http://schemas.openxmlformats.org/officeDocument/2006/relationships/notesSlide" Target="/ppt/notesSlides/notesSlide17.xml" Id="Rf347e8849109481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92ffb41d5466c" /><Relationship Type="http://schemas.openxmlformats.org/officeDocument/2006/relationships/notesSlide" Target="/ppt/notesSlides/notesSlide18.xml" Id="Rc2aa95dd1516423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c193e16dc4513" /><Relationship Type="http://schemas.openxmlformats.org/officeDocument/2006/relationships/notesSlide" Target="/ppt/notesSlides/notesSlide19.xml" Id="R1b455f14ba1a442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241d8e2c045fc" /><Relationship Type="http://schemas.openxmlformats.org/officeDocument/2006/relationships/notesSlide" Target="/ppt/notesSlides/notesSlide20.xml" Id="Rba33a46422c24f1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b22ceb0a8459a" /><Relationship Type="http://schemas.openxmlformats.org/officeDocument/2006/relationships/notesSlide" Target="/ppt/notesSlides/notesSlide21.xml" Id="R224c89e496344ac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7fbb33b8942eb" /><Relationship Type="http://schemas.openxmlformats.org/officeDocument/2006/relationships/notesSlide" Target="/ppt/notesSlides/notesSlide22.xml" Id="R044fee4c5f574f6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4771857ce4fb7" /><Relationship Type="http://schemas.openxmlformats.org/officeDocument/2006/relationships/notesSlide" Target="/ppt/notesSlides/notesSlide23.xml" Id="R7bcf229422924ca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84aff1608495a" /><Relationship Type="http://schemas.openxmlformats.org/officeDocument/2006/relationships/notesSlide" Target="/ppt/notesSlides/notesSlide24.xml" Id="R08e8d84a542e4d9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6345e089242a9" /><Relationship Type="http://schemas.openxmlformats.org/officeDocument/2006/relationships/notesSlide" Target="/ppt/notesSlides/notesSlide25.xml" Id="R8db0c941dc154d6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5717d7f6949af" /><Relationship Type="http://schemas.openxmlformats.org/officeDocument/2006/relationships/notesSlide" Target="/ppt/notesSlides/notesSlide26.xml" Id="R74e84d29899d48a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a9a63ac734ec4" /><Relationship Type="http://schemas.openxmlformats.org/officeDocument/2006/relationships/notesSlide" Target="/ppt/notesSlides/notesSlide27.xml" Id="R591bcf9846b14b2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6a8c81ebe4264" /><Relationship Type="http://schemas.openxmlformats.org/officeDocument/2006/relationships/notesSlide" Target="/ppt/notesSlides/notesSlide28.xml" Id="R06cf0b2ec7aa4c6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3118af0404d23" /><Relationship Type="http://schemas.openxmlformats.org/officeDocument/2006/relationships/notesSlide" Target="/ppt/notesSlides/notesSlide29.xml" Id="Rf0e4b2a3679c4eb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ca51d7a6f4b6c" /><Relationship Type="http://schemas.openxmlformats.org/officeDocument/2006/relationships/notesSlide" Target="/ppt/notesSlides/notesSlide30.xml" Id="Rea80fdd7c2294d0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00c2fb8b4416c" /><Relationship Type="http://schemas.openxmlformats.org/officeDocument/2006/relationships/notesSlide" Target="/ppt/notesSlides/notesSlide31.xml" Id="R73b8b0d22b9e4ed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30d64c19041ab" /><Relationship Type="http://schemas.openxmlformats.org/officeDocument/2006/relationships/notesSlide" Target="/ppt/notesSlides/notesSlide32.xml" Id="Ree766c3b3e1e4b3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b5a7a08fa4f79" /><Relationship Type="http://schemas.openxmlformats.org/officeDocument/2006/relationships/notesSlide" Target="/ppt/notesSlides/notesSlide33.xml" Id="R77db986b4e064f5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2e572ae2c415c" /><Relationship Type="http://schemas.openxmlformats.org/officeDocument/2006/relationships/notesSlide" Target="/ppt/notesSlides/notesSlide34.xml" Id="R1a56bca906ef4a1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a197d19714d80" /><Relationship Type="http://schemas.openxmlformats.org/officeDocument/2006/relationships/notesSlide" Target="/ppt/notesSlides/notesSlide35.xml" Id="R7cd3316d9d2c426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5c603074e4ca8" /><Relationship Type="http://schemas.openxmlformats.org/officeDocument/2006/relationships/notesSlide" Target="/ppt/notesSlides/notesSlide36.xml" Id="Raf684ac0403b491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3027866a54cdc" /><Relationship Type="http://schemas.openxmlformats.org/officeDocument/2006/relationships/notesSlide" Target="/ppt/notesSlides/notesSlide37.xml" Id="R98166b1a2db242d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fda0da61a4e52" /><Relationship Type="http://schemas.openxmlformats.org/officeDocument/2006/relationships/notesSlide" Target="/ppt/notesSlides/notesSlide38.xml" Id="R715293174baf4b6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f182d0f4f464d" /><Relationship Type="http://schemas.openxmlformats.org/officeDocument/2006/relationships/notesSlide" Target="/ppt/notesSlides/notesSlide39.xml" Id="Ra145f1a0c3dd42f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80e8c82bd4c76" /><Relationship Type="http://schemas.openxmlformats.org/officeDocument/2006/relationships/notesSlide" Target="/ppt/notesSlides/notesSlide40.xml" Id="R27bbdf411628494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f3e8f98e34996" /><Relationship Type="http://schemas.openxmlformats.org/officeDocument/2006/relationships/notesSlide" Target="/ppt/notesSlides/notesSlide41.xml" Id="Rf2370d542064470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046d23a4a4f55" /><Relationship Type="http://schemas.openxmlformats.org/officeDocument/2006/relationships/notesSlide" Target="/ppt/notesSlides/notesSlide42.xml" Id="R622ce34161c8445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3b4366c2c4dc9" /><Relationship Type="http://schemas.openxmlformats.org/officeDocument/2006/relationships/notesSlide" Target="/ppt/notesSlides/notesSlide43.xml" Id="R87a0505e1b894aae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51d1280964505" /><Relationship Type="http://schemas.openxmlformats.org/officeDocument/2006/relationships/notesSlide" Target="/ppt/notesSlides/notesSlide44.xml" Id="R1df7a50699e445d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39c7f3f7c42e0" /><Relationship Type="http://schemas.openxmlformats.org/officeDocument/2006/relationships/notesSlide" Target="/ppt/notesSlides/notesSlide45.xml" Id="R5c162ca9309c42dc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7200f28fd04172" /><Relationship Type="http://schemas.openxmlformats.org/officeDocument/2006/relationships/notesSlide" Target="/ppt/notesSlides/notesSlide46.xml" Id="Ra44b844375d74d9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40c78c4fb49ec" /><Relationship Type="http://schemas.openxmlformats.org/officeDocument/2006/relationships/notesSlide" Target="/ppt/notesSlides/notesSlide47.xml" Id="R6ea2ef789d7048d6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a0809a0d14c12" /><Relationship Type="http://schemas.openxmlformats.org/officeDocument/2006/relationships/notesSlide" Target="/ppt/notesSlides/notesSlide48.xml" Id="R0d3ae8b2287646a4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223c60d0d4702" /><Relationship Type="http://schemas.openxmlformats.org/officeDocument/2006/relationships/notesSlide" Target="/ppt/notesSlides/notesSlide49.xml" Id="Rcf61c98071c24059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75216907a4047" /><Relationship Type="http://schemas.openxmlformats.org/officeDocument/2006/relationships/notesSlide" Target="/ppt/notesSlides/notesSlide50.xml" Id="R68a44905278f4f29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9ab4963de4408" /><Relationship Type="http://schemas.openxmlformats.org/officeDocument/2006/relationships/notesSlide" Target="/ppt/notesSlides/notesSlide51.xml" Id="R73c72ad52c7b4660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feb149d244455" /><Relationship Type="http://schemas.openxmlformats.org/officeDocument/2006/relationships/notesSlide" Target="/ppt/notesSlides/notesSlide52.xml" Id="R6e758208e37441eb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45e1388a049cb" /><Relationship Type="http://schemas.openxmlformats.org/officeDocument/2006/relationships/notesSlide" Target="/ppt/notesSlides/notesSlide53.xml" Id="R1c70f6a8ee4a4371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aafa2f3024967" /><Relationship Type="http://schemas.openxmlformats.org/officeDocument/2006/relationships/notesSlide" Target="/ppt/notesSlides/notesSlide54.xml" Id="Rf085cc334673496b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75662717e424e" /><Relationship Type="http://schemas.openxmlformats.org/officeDocument/2006/relationships/notesSlide" Target="/ppt/notesSlides/notesSlide55.xml" Id="R13034bc3ee44429e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9bfad5379480f" /><Relationship Type="http://schemas.openxmlformats.org/officeDocument/2006/relationships/notesSlide" Target="/ppt/notesSlides/notesSlide56.xml" Id="R21692a754e5c467f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4946a05734f41" /><Relationship Type="http://schemas.openxmlformats.org/officeDocument/2006/relationships/notesSlide" Target="/ppt/notesSlides/notesSlide57.xml" Id="Rb04bf5880dc74bb6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80744ff4547ad" /><Relationship Type="http://schemas.openxmlformats.org/officeDocument/2006/relationships/notesSlide" Target="/ppt/notesSlides/notesSlide58.xml" Id="R2045506084454838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060a7ff434c83" /><Relationship Type="http://schemas.openxmlformats.org/officeDocument/2006/relationships/notesSlide" Target="/ppt/notesSlides/notesSlide59.xml" Id="Re3eb9b0e03f646da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a0b8b56974e9e" /><Relationship Type="http://schemas.openxmlformats.org/officeDocument/2006/relationships/notesSlide" Target="/ppt/notesSlides/notesSlide60.xml" Id="R56e30f5f6475474b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3830bc9d0400f" /><Relationship Type="http://schemas.openxmlformats.org/officeDocument/2006/relationships/notesSlide" Target="/ppt/notesSlides/notesSlide61.xml" Id="Rbb745128bb284bc6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6cb0e432643ce" /><Relationship Type="http://schemas.openxmlformats.org/officeDocument/2006/relationships/notesSlide" Target="/ppt/notesSlides/notesSlide62.xml" Id="Rea02323b0b5942a9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119308dac46b4" /><Relationship Type="http://schemas.openxmlformats.org/officeDocument/2006/relationships/notesSlide" Target="/ppt/notesSlides/notesSlide63.xml" Id="R77f37e5588274ff4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45a699ae74b45" /><Relationship Type="http://schemas.openxmlformats.org/officeDocument/2006/relationships/notesSlide" Target="/ppt/notesSlides/notesSlide64.xml" Id="R689d4c3d3ce8475c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7dea5906b4934" /><Relationship Type="http://schemas.openxmlformats.org/officeDocument/2006/relationships/notesSlide" Target="/ppt/notesSlides/notesSlide65.xml" Id="R7b0dd45a378d4165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e826d20dc454c" /><Relationship Type="http://schemas.openxmlformats.org/officeDocument/2006/relationships/notesSlide" Target="/ppt/notesSlides/notesSlide66.xml" Id="R705b1978f41949ca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1b16601664da7" /><Relationship Type="http://schemas.openxmlformats.org/officeDocument/2006/relationships/notesSlide" Target="/ppt/notesSlides/notesSlide67.xml" Id="R77cb72007f524807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6948839714d7b" /><Relationship Type="http://schemas.openxmlformats.org/officeDocument/2006/relationships/notesSlide" Target="/ppt/notesSlides/notesSlide68.xml" Id="R8d79b645b01a4091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5c8a9ebad43ee" /><Relationship Type="http://schemas.openxmlformats.org/officeDocument/2006/relationships/notesSlide" Target="/ppt/notesSlides/notesSlide69.xml" Id="Re0f35d9f3dc24d97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3bca1ac9547bb" /><Relationship Type="http://schemas.openxmlformats.org/officeDocument/2006/relationships/notesSlide" Target="/ppt/notesSlides/notesSlide70.xml" Id="R967e849861134e9c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15cc3ddc44533" /><Relationship Type="http://schemas.openxmlformats.org/officeDocument/2006/relationships/notesSlide" Target="/ppt/notesSlides/notesSlide71.xml" Id="R37e7922e96284524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1a9d16e824695" /><Relationship Type="http://schemas.openxmlformats.org/officeDocument/2006/relationships/notesSlide" Target="/ppt/notesSlides/notesSlide72.xml" Id="R1fb5ad41fd2642ba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da22232e24986" /><Relationship Type="http://schemas.openxmlformats.org/officeDocument/2006/relationships/notesSlide" Target="/ppt/notesSlides/notesSlide73.xml" Id="Rf8e94429abd64213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fc3757ec6458d" /><Relationship Type="http://schemas.openxmlformats.org/officeDocument/2006/relationships/notesSlide" Target="/ppt/notesSlides/notesSlide74.xml" Id="Rbe1447415b8a4f47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2f24179d1482a" /><Relationship Type="http://schemas.openxmlformats.org/officeDocument/2006/relationships/notesSlide" Target="/ppt/notesSlides/notesSlide75.xml" Id="R604a9552ce114659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a1f177eca4bcd" /><Relationship Type="http://schemas.openxmlformats.org/officeDocument/2006/relationships/notesSlide" Target="/ppt/notesSlides/notesSlide76.xml" Id="R76bbaea6afbf41eb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014d7d9614903" /><Relationship Type="http://schemas.openxmlformats.org/officeDocument/2006/relationships/notesSlide" Target="/ppt/notesSlides/notesSlide77.xml" Id="R6de2aa3ee9324831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01ed2090e4079" /><Relationship Type="http://schemas.openxmlformats.org/officeDocument/2006/relationships/notesSlide" Target="/ppt/notesSlides/notesSlide78.xml" Id="R3f0cf68d44cf4adf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bb95679044fac" /><Relationship Type="http://schemas.openxmlformats.org/officeDocument/2006/relationships/notesSlide" Target="/ppt/notesSlides/notesSlide79.xml" Id="Rf3d81a1549044e82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d6dde6510477b" /><Relationship Type="http://schemas.openxmlformats.org/officeDocument/2006/relationships/notesSlide" Target="/ppt/notesSlides/notesSlide80.xml" Id="R5cb4013d5eb14ab0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b0a2777684b9b" /><Relationship Type="http://schemas.openxmlformats.org/officeDocument/2006/relationships/notesSlide" Target="/ppt/notesSlides/notesSlide81.xml" Id="Rcc914ec223ff442d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4b2a764e34193" /><Relationship Type="http://schemas.openxmlformats.org/officeDocument/2006/relationships/notesSlide" Target="/ppt/notesSlides/notesSlide82.xml" Id="Rd50ffd36fc984eb7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1836035be4278" /><Relationship Type="http://schemas.openxmlformats.org/officeDocument/2006/relationships/notesSlide" Target="/ppt/notesSlides/notesSlide83.xml" Id="R89cceea4dec645e9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bd893134646c2" /><Relationship Type="http://schemas.openxmlformats.org/officeDocument/2006/relationships/notesSlide" Target="/ppt/notesSlides/notesSlide84.xml" Id="R36ac27aa1d274e46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c66f844004036" /><Relationship Type="http://schemas.openxmlformats.org/officeDocument/2006/relationships/notesSlide" Target="/ppt/notesSlides/notesSlide85.xml" Id="R1fd2f76ce8324a66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1e284c961478c" /><Relationship Type="http://schemas.openxmlformats.org/officeDocument/2006/relationships/notesSlide" Target="/ppt/notesSlides/notesSlide86.xml" Id="R979026b415d647c6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978dcf9d34433" /><Relationship Type="http://schemas.openxmlformats.org/officeDocument/2006/relationships/notesSlide" Target="/ppt/notesSlides/notesSlide87.xml" Id="Rececb206a9eb424c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b68f1a54b4c0a" /><Relationship Type="http://schemas.openxmlformats.org/officeDocument/2006/relationships/notesSlide" Target="/ppt/notesSlides/notesSlide88.xml" Id="R846788d26dbc45be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1f22113b44278" /><Relationship Type="http://schemas.openxmlformats.org/officeDocument/2006/relationships/notesSlide" Target="/ppt/notesSlides/notesSlide89.xml" Id="Rc32cc9710a864522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9f4fc85f641ea" /><Relationship Type="http://schemas.openxmlformats.org/officeDocument/2006/relationships/notesSlide" Target="/ppt/notesSlides/notesSlide90.xml" Id="R96db94075bbc4ff3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482bb2db04ef2" /><Relationship Type="http://schemas.openxmlformats.org/officeDocument/2006/relationships/notesSlide" Target="/ppt/notesSlides/notesSlide91.xml" Id="Rfe9f3b13d1944940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cb0ad5fd04003" /><Relationship Type="http://schemas.openxmlformats.org/officeDocument/2006/relationships/notesSlide" Target="/ppt/notesSlides/notesSlide92.xml" Id="R66e9290ed3c149bc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f950ff77c4052" /><Relationship Type="http://schemas.openxmlformats.org/officeDocument/2006/relationships/notesSlide" Target="/ppt/notesSlides/notesSlide93.xml" Id="Ra88220faa75a4966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780d052464766" /><Relationship Type="http://schemas.openxmlformats.org/officeDocument/2006/relationships/notesSlide" Target="/ppt/notesSlides/notesSlide94.xml" Id="R4a5757b165b04789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6bcde9d7d4445" /><Relationship Type="http://schemas.openxmlformats.org/officeDocument/2006/relationships/notesSlide" Target="/ppt/notesSlides/notesSlide95.xml" Id="Re95841e08c3d4b70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c194b9ffa47df" /><Relationship Type="http://schemas.openxmlformats.org/officeDocument/2006/relationships/notesSlide" Target="/ppt/notesSlides/notesSlide96.xml" Id="Rcbf424a33a2744e1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80f0316af47a2" /><Relationship Type="http://schemas.openxmlformats.org/officeDocument/2006/relationships/notesSlide" Target="/ppt/notesSlides/notesSlide97.xml" Id="Re8aab0129875417d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5c248784d4eb9" /><Relationship Type="http://schemas.openxmlformats.org/officeDocument/2006/relationships/notesSlide" Target="/ppt/notesSlides/notesSlide98.xml" Id="R226f21edf5e94f68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19e359c254abf" /><Relationship Type="http://schemas.openxmlformats.org/officeDocument/2006/relationships/notesSlide" Target="/ppt/notesSlides/notesSlide99.xml" Id="Ra9744216215e4201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f71f8b4994430" /><Relationship Type="http://schemas.openxmlformats.org/officeDocument/2006/relationships/notesSlide" Target="/ppt/notesSlides/notesSlide100.xml" Id="Rf47fccd834794914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ac2f48d5a4e41" /><Relationship Type="http://schemas.openxmlformats.org/officeDocument/2006/relationships/notesSlide" Target="/ppt/notesSlides/notesSlide101.xml" Id="Rfe2b94a9ac6a4eb0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43463b56842bc" /><Relationship Type="http://schemas.openxmlformats.org/officeDocument/2006/relationships/notesSlide" Target="/ppt/notesSlides/notesSlide102.xml" Id="R9361f8feb87844b2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d68d8dc98452a" /><Relationship Type="http://schemas.openxmlformats.org/officeDocument/2006/relationships/notesSlide" Target="/ppt/notesSlides/notesSlide103.xml" Id="Rb803043cdba246ac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a2a238e944db4" /><Relationship Type="http://schemas.openxmlformats.org/officeDocument/2006/relationships/notesSlide" Target="/ppt/notesSlides/notesSlide104.xml" Id="R9cee703a7f3e4842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ff3c37b3c473a" /><Relationship Type="http://schemas.openxmlformats.org/officeDocument/2006/relationships/notesSlide" Target="/ppt/notesSlides/notesSlide105.xml" Id="R5ddceafab89a40e8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a7981067d4547" /><Relationship Type="http://schemas.openxmlformats.org/officeDocument/2006/relationships/notesSlide" Target="/ppt/notesSlides/notesSlide106.xml" Id="Rbebbfcc7e59646a0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d63070ae94f6b" /><Relationship Type="http://schemas.openxmlformats.org/officeDocument/2006/relationships/notesSlide" Target="/ppt/notesSlides/notesSlide107.xml" Id="R85c3d6487ed942bc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1aedf58a8408a" /><Relationship Type="http://schemas.openxmlformats.org/officeDocument/2006/relationships/notesSlide" Target="/ppt/notesSlides/notesSlide108.xml" Id="Re3b7d4859baa42c8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b6ee73db4404d" /><Relationship Type="http://schemas.openxmlformats.org/officeDocument/2006/relationships/notesSlide" Target="/ppt/notesSlides/notesSlide109.xml" Id="R9c0a50a1c9e44a81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64e8649a94fce" /><Relationship Type="http://schemas.openxmlformats.org/officeDocument/2006/relationships/notesSlide" Target="/ppt/notesSlides/notesSlide110.xml" Id="R0cb58a191089422c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616ca3a8c4fc9" /><Relationship Type="http://schemas.openxmlformats.org/officeDocument/2006/relationships/notesSlide" Target="/ppt/notesSlides/notesSlide111.xml" Id="R78408df04ef7477c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5cba9aef3407c" /><Relationship Type="http://schemas.openxmlformats.org/officeDocument/2006/relationships/notesSlide" Target="/ppt/notesSlides/notesSlide112.xml" Id="R54c7266a17ab45f1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f1e91e7c04962" /><Relationship Type="http://schemas.openxmlformats.org/officeDocument/2006/relationships/notesSlide" Target="/ppt/notesSlides/notesSlide113.xml" Id="Rcee52b8b63ce43d2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f7a6ecdb447b9" /><Relationship Type="http://schemas.openxmlformats.org/officeDocument/2006/relationships/notesSlide" Target="/ppt/notesSlides/notesSlide114.xml" Id="Re2e3a40a3ce141a8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b187b01f646e2" /><Relationship Type="http://schemas.openxmlformats.org/officeDocument/2006/relationships/notesSlide" Target="/ppt/notesSlides/notesSlide115.xml" Id="R50b92dddafea44cc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b628378d143db" /><Relationship Type="http://schemas.openxmlformats.org/officeDocument/2006/relationships/notesSlide" Target="/ppt/notesSlides/notesSlide116.xml" Id="R0eb0ace7736f40c9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d48ed2b7c4a10" /><Relationship Type="http://schemas.openxmlformats.org/officeDocument/2006/relationships/notesSlide" Target="/ppt/notesSlides/notesSlide117.xml" Id="Ra410ee1ba46044d5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a57f8a7414568" /><Relationship Type="http://schemas.openxmlformats.org/officeDocument/2006/relationships/notesSlide" Target="/ppt/notesSlides/notesSlide118.xml" Id="R077cd462b7934550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581e01d794a1e" /><Relationship Type="http://schemas.openxmlformats.org/officeDocument/2006/relationships/notesSlide" Target="/ppt/notesSlides/notesSlide119.xml" Id="R964298ce5e8a484c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4f41befff474c" /><Relationship Type="http://schemas.openxmlformats.org/officeDocument/2006/relationships/notesSlide" Target="/ppt/notesSlides/notesSlide120.xml" Id="Ra669561a649f48b8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d827e951c40d1" /><Relationship Type="http://schemas.openxmlformats.org/officeDocument/2006/relationships/notesSlide" Target="/ppt/notesSlides/notesSlide121.xml" Id="R812b5af21c7d4a93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3ec8f61c44c53" /><Relationship Type="http://schemas.openxmlformats.org/officeDocument/2006/relationships/notesSlide" Target="/ppt/notesSlides/notesSlide122.xml" Id="Rc62264bb228e4c0c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6eb2fc014435b" /><Relationship Type="http://schemas.openxmlformats.org/officeDocument/2006/relationships/notesSlide" Target="/ppt/notesSlides/notesSlide123.xml" Id="R7de99c38172e4532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fad8f14ed4e68" /><Relationship Type="http://schemas.openxmlformats.org/officeDocument/2006/relationships/notesSlide" Target="/ppt/notesSlides/notesSlide124.xml" Id="R66ecd19307324db9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6a8bcbd3743bd" /><Relationship Type="http://schemas.openxmlformats.org/officeDocument/2006/relationships/notesSlide" Target="/ppt/notesSlides/notesSlide125.xml" Id="R0acbfb267c6746c1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d31979bf943c1" /><Relationship Type="http://schemas.openxmlformats.org/officeDocument/2006/relationships/notesSlide" Target="/ppt/notesSlides/notesSlide126.xml" Id="R4ba9f183d5ee4758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120d6499d48b7" /><Relationship Type="http://schemas.openxmlformats.org/officeDocument/2006/relationships/notesSlide" Target="/ppt/notesSlides/notesSlide127.xml" Id="R3839e8d621fd439e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e7e364f4b43f4" /><Relationship Type="http://schemas.openxmlformats.org/officeDocument/2006/relationships/notesSlide" Target="/ppt/notesSlides/notesSlide128.xml" Id="R699ba0d3e93b47ce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618bae27c4f9c" /><Relationship Type="http://schemas.openxmlformats.org/officeDocument/2006/relationships/notesSlide" Target="/ppt/notesSlides/notesSlide129.xml" Id="R655444767bec458b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1d0ffea1640ec" /><Relationship Type="http://schemas.openxmlformats.org/officeDocument/2006/relationships/notesSlide" Target="/ppt/notesSlides/notesSlide130.xml" Id="R6962339b22914107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cb73b9efc4404" /><Relationship Type="http://schemas.openxmlformats.org/officeDocument/2006/relationships/notesSlide" Target="/ppt/notesSlides/notesSlide131.xml" Id="R5cb1c6ca249d4142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6eee8bb654859" /><Relationship Type="http://schemas.openxmlformats.org/officeDocument/2006/relationships/notesSlide" Target="/ppt/notesSlides/notesSlide132.xml" Id="R31111f437abe4c7d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3c16c52d04d81" /><Relationship Type="http://schemas.openxmlformats.org/officeDocument/2006/relationships/notesSlide" Target="/ppt/notesSlides/notesSlide133.xml" Id="Rcfb961a4229444a7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13c90f26a4b00" /><Relationship Type="http://schemas.openxmlformats.org/officeDocument/2006/relationships/notesSlide" Target="/ppt/notesSlides/notesSlide134.xml" Id="R70905810e0cb49bc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5a56b39404409" /><Relationship Type="http://schemas.openxmlformats.org/officeDocument/2006/relationships/notesSlide" Target="/ppt/notesSlides/notesSlide135.xml" Id="R99a133ea406f4c80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5d19b464246be" /><Relationship Type="http://schemas.openxmlformats.org/officeDocument/2006/relationships/notesSlide" Target="/ppt/notesSlides/notesSlide136.xml" Id="R8d4b56fae7e6400a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e833c185f4600" /><Relationship Type="http://schemas.openxmlformats.org/officeDocument/2006/relationships/notesSlide" Target="/ppt/notesSlides/notesSlide137.xml" Id="Re1559b9da2ce4e1f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01560e640484f" /><Relationship Type="http://schemas.openxmlformats.org/officeDocument/2006/relationships/notesSlide" Target="/ppt/notesSlides/notesSlide138.xml" Id="Ra76380c921cf4685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6d517a1974de6" /><Relationship Type="http://schemas.openxmlformats.org/officeDocument/2006/relationships/notesSlide" Target="/ppt/notesSlides/notesSlide139.xml" Id="R903deab041464e74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1547621864504" /><Relationship Type="http://schemas.openxmlformats.org/officeDocument/2006/relationships/notesSlide" Target="/ppt/notesSlides/notesSlide140.xml" Id="Rba65b0dc06734b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ag">
            <a:extLst xmlns:a="http://schemas.openxmlformats.org/drawingml/2006/main">
              <a:ext uri="{FF2B5EF4-FFF2-40B4-BE49-F238E27FC236}">
                <a16:creationId xmlns:a16="http://schemas.microsoft.com/office/drawing/2014/main" id="{F34B7515-248B-496C-9D7D-FC3019CF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2026.08.31  |  Vm1.0.9.0 / Vr1.0.1.3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4ECA5EA-5D37-4046-9B52-788BFE92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81200"/>
            <a:ext cx="11239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6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DF Firmware</a:t>
            </a:r>
          </a:p>
          <a:p xmlns:a="http://schemas.openxmlformats.org/drawingml/2006/main">
            <a:pPr algn="l">
              <a:defRPr sz="6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6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소스 인수인계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2700BC7-E571-4D2A-BE9F-EEF43D69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0062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Main / Rod · 소스 탐색 · 실행 흐름 · 함수 사전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51F7834-107B-4DC6-BD49-C0ECB055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6171943-50D8-4966-A40F-D45E8AE6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 / 140</a:t>
            </a:r>
          </a:p>
        </p:txBody>
      </p:sp>
    </p:spTree>
    <p:extLst>
      <p:ext uri="{BB962C8B-B14F-4D97-AF65-F5344CB8AC3E}">
        <p14:creationId xmlns:p14="http://schemas.microsoft.com/office/powerpoint/2010/main" val="7218000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009E592-3BC2-4B6F-99ED-B5FD5892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현재 기준은 시험 LED를 제거한 Rod입니다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4D425FA-60A6-4F53-ABC1-109E7A0D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USB 직접 복구 결과와 확인 범위를 구분합니다.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76500"/>
                <a:gridCol w="876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복구 범위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HANDLE 입력 → 오른쪽 버튼 LED 200ms 시험 동작 제거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유지 기능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엔코더 카운트·버튼 LED·부팅/연결 LED·OTA 수신 유지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빌드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Main 885,216 B / Rod 766,848 B · compile/link·host test 성공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USB 기록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ROM no-stub · 921600 · 압축 전송 · 기록/검증 약 34초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직접 USB 응답 Vr1.0.1.3 확인 · 물리 LED 관찰은 별도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남은 검증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OTA 실패 복구, Main 부하, 장시간 안정성은 미완료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D67BDC-1A19-45B5-8314-B0C4A323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CD03769-8FE5-4401-B115-A063B7C5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 / 140</a:t>
            </a:r>
          </a:p>
        </p:txBody>
      </p:sp>
    </p:spTree>
    <p:extLst>
      <p:ext uri="{BB962C8B-B14F-4D97-AF65-F5344CB8AC3E}">
        <p14:creationId xmlns:p14="http://schemas.microsoft.com/office/powerpoint/2010/main" val="6712905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A471E0DD-CA1E-445C-9D48-984067FC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처음에는 흐름을 읽고, 수정할 때 표를 찾습니다</a:t>
            </a:r>
          </a:p>
        </p:txBody>
      </p:sp>
      <p:sp>
        <p:nvSpPr>
          <p:cNvPr id="2" name="head-0">
            <a:extLst xmlns:a="http://schemas.openxmlformats.org/drawingml/2006/main">
              <a:ext uri="{FF2B5EF4-FFF2-40B4-BE49-F238E27FC236}">
                <a16:creationId xmlns:a16="http://schemas.microsoft.com/office/drawing/2014/main" id="{2C8E31F6-6A1A-4E91-BA71-5799DE73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탐색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C6B66C14-28A8-47C6-829B-0438334A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43050"/>
            <a:ext cx="8334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솔루션과 폴더 경계를 익힌 뒤 .ino → Application → modules 순서로 읽습니다.</a:t>
            </a:r>
          </a:p>
        </p:txBody>
      </p:sp>
      <p:sp>
        <p:nvSpPr>
          <p:cNvPr id="4" name="head-1">
            <a:extLst xmlns:a="http://schemas.openxmlformats.org/drawingml/2006/main">
              <a:ext uri="{FF2B5EF4-FFF2-40B4-BE49-F238E27FC236}">
                <a16:creationId xmlns:a16="http://schemas.microsoft.com/office/drawing/2014/main" id="{25ACCEDC-A5FF-4722-AB11-921B6D48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051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흐름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AAFF8D1E-7CA7-4DB6-9B2E-1393FDF4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05100"/>
            <a:ext cx="8334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Main/Rod 초기화, 반복 실행, callback/ISR 문맥을 구분합니다.</a:t>
            </a:r>
          </a:p>
        </p:txBody>
      </p:sp>
      <p:sp>
        <p:nvSpPr>
          <p:cNvPr id="6" name="head-2">
            <a:extLst xmlns:a="http://schemas.openxmlformats.org/drawingml/2006/main">
              <a:ext uri="{FF2B5EF4-FFF2-40B4-BE49-F238E27FC236}">
                <a16:creationId xmlns:a16="http://schemas.microsoft.com/office/drawing/2014/main" id="{CF8B7970-152D-4645-9EA9-0E3D21BD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671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함수 사전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49DF1844-1100-4FE4-BF3F-1520DDF5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67150"/>
            <a:ext cx="8334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뒤쪽 파일별 표에서 함수 역할·소스 줄을 찾습니다. 전체 시그니처와 직접 호출명은 발표자 노트에 있습니다.</a:t>
            </a:r>
          </a:p>
        </p:txBody>
      </p:sp>
      <p:sp>
        <p:nvSpPr>
          <p:cNvPr id="8" name="head-3">
            <a:extLst xmlns:a="http://schemas.openxmlformats.org/drawingml/2006/main">
              <a:ext uri="{FF2B5EF4-FFF2-40B4-BE49-F238E27FC236}">
                <a16:creationId xmlns:a16="http://schemas.microsoft.com/office/drawing/2014/main" id="{4E3C70D8-2611-4399-8E1E-AC652D3B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292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목록 기준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84BF80DD-A837-4BDB-9AD6-B54A1D03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029200"/>
            <a:ext cx="8334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활성 경로의 소스 함수 정의 555개입니다. 선언·매크로·SDK 함수는 제외하며 빈 정의도 구분해 포함합니다.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752C9646-D425-4123-A5EB-D8E518E1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E232FB36-4F19-4614-AF95-8C461266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3 / 140</a:t>
            </a:r>
          </a:p>
        </p:txBody>
      </p:sp>
    </p:spTree>
    <p:extLst>
      <p:ext uri="{BB962C8B-B14F-4D97-AF65-F5344CB8AC3E}">
        <p14:creationId xmlns:p14="http://schemas.microsoft.com/office/powerpoint/2010/main" val="6701215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5069D75-9D1E-4930-970C-291B82F5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활성 코드와 보존 원본을 구분합니다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1152F39-F332-4E42-BFB1-2804570A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저장소 루트: C:\Projects\VS\DF_FW_Code\CodexManage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905250"/>
                <a:gridCol w="733425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읽는 목적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firmware/DF_Main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Main 활성 sketch·application·기능 모듈·장치 드라이버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firmware/DF_Rod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 활성 sketch·application·기능 모듈·장치 드라이버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libraries/DFProtocol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양쪽에서 사용하는 문자 PID와 OTA binary 계약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legacy / deprecated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 원본 / 제거 코드 보존. 활성 include·빌드에 넣지 않음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vs / tools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VS 탐색·IntelliSense / 실제 Arduino build·upload 보조 명령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bin / artifacts / toolchain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배포 4파일 / 중간 결과 / 로컬 Core·compiler. Git 제외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1488318-073D-4652-8F8D-8F8B3571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D9781DA-367D-4947-89C1-C71A4360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 / 140</a:t>
            </a:r>
          </a:p>
        </p:txBody>
      </p:sp>
    </p:spTree>
    <p:extLst>
      <p:ext uri="{BB962C8B-B14F-4D97-AF65-F5344CB8AC3E}">
        <p14:creationId xmlns:p14="http://schemas.microsoft.com/office/powerpoint/2010/main" val="21008127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F95FF3B6-DF4C-43AE-9919-12C67218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VS2022에서 전체 소스는 두 방식으로 봅니다</a:t>
            </a:r>
          </a:p>
        </p:txBody>
      </p:sp>
      <p:sp>
        <p:nvSpPr>
          <p:cNvPr id="2" name="head-0">
            <a:extLst xmlns:a="http://schemas.openxmlformats.org/drawingml/2006/main">
              <a:ext uri="{FF2B5EF4-FFF2-40B4-BE49-F238E27FC236}">
                <a16:creationId xmlns:a16="http://schemas.microsoft.com/office/drawing/2014/main" id="{5022C9F3-516A-4BF2-BECE-83FE335E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빌드·함수 추적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DBE4D6FE-45A7-459F-94FA-8051E547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43050"/>
            <a:ext cx="8334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DF_Firmware.sln을 열고 솔루션 탐색기의 DF_Main / DF_Rod 프로젝트를 펼칩니다.</a:t>
            </a:r>
          </a:p>
        </p:txBody>
      </p:sp>
      <p:sp>
        <p:nvSpPr>
          <p:cNvPr id="4" name="head-1">
            <a:extLst xmlns:a="http://schemas.openxmlformats.org/drawingml/2006/main">
              <a:ext uri="{FF2B5EF4-FFF2-40B4-BE49-F238E27FC236}">
                <a16:creationId xmlns:a16="http://schemas.microsoft.com/office/drawing/2014/main" id="{8AF03603-DEBF-4ACF-8729-179EFC83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051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물리 폴더 전체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2C57570E-712B-4AAB-84F5-A0EEDE5D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05100"/>
            <a:ext cx="8334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솔루션 탐색기의 폴더 보기로 전환하거나 파일 탐색기에서 저장소 루트를 엽니다. legacy와 tools도 여기서 봅니다.</a:t>
            </a:r>
          </a:p>
        </p:txBody>
      </p:sp>
      <p:sp>
        <p:nvSpPr>
          <p:cNvPr id="6" name="head-2">
            <a:extLst xmlns:a="http://schemas.openxmlformats.org/drawingml/2006/main">
              <a:ext uri="{FF2B5EF4-FFF2-40B4-BE49-F238E27FC236}">
                <a16:creationId xmlns:a16="http://schemas.microsoft.com/office/drawing/2014/main" id="{A3A6E770-8F0D-40EB-983A-03CDD91A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671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엔트리 포인트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B7E68682-B4D4-4F26-96F1-89A80A7D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67150"/>
            <a:ext cx="8334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firmware/DF_Main/DF_Main.ino와 firmware/DF_Rod/DF_Rod.ino는 setup/loop 위임만 남았습니다.</a:t>
            </a:r>
          </a:p>
        </p:txBody>
      </p:sp>
      <p:sp>
        <p:nvSpPr>
          <p:cNvPr id="8" name="head-3">
            <a:extLst xmlns:a="http://schemas.openxmlformats.org/drawingml/2006/main">
              <a:ext uri="{FF2B5EF4-FFF2-40B4-BE49-F238E27FC236}">
                <a16:creationId xmlns:a16="http://schemas.microsoft.com/office/drawing/2014/main" id="{8137802C-84AF-4D5D-A7A0-2394A8E7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292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필터 주의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ACEFE644-997E-4BA8-88A7-FD7F5346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029200"/>
            <a:ext cx="8334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파일명과 경로로 Main/Rod를 구분합니다. 두 제품에 Encoder·ENow·nowRecvHandler 같은 이름이 반복됩니다.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67B081B4-8616-477A-A808-079ABCC7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8230EA5F-18E4-4CB0-99C4-736DADDD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5 / 140</a:t>
            </a:r>
          </a:p>
        </p:txBody>
      </p:sp>
    </p:spTree>
    <p:extLst>
      <p:ext uri="{BB962C8B-B14F-4D97-AF65-F5344CB8AC3E}">
        <p14:creationId xmlns:p14="http://schemas.microsoft.com/office/powerpoint/2010/main" val="21460544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0430C47-0FEA-4414-814C-8FF1E4B6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함수 추적은 이름·파일·호출 문맥을 함께 봅니다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1B7528E-CE53-4347-B6BF-7ADA0C58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기본 C++ 키 설정 기준. 단축키를 바꿨다면 해당 메뉴를 사용합니다.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3810000"/>
                <a:gridCol w="5334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방법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점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정의 찾기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F12 / 정의로 이동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본문의 .cpp가 Main/Rod 어느 쪽인지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선언 찾기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Ctrl+F12 / 선언으로 이동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공개 헤더의 인자·반환형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위치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Shift+F12 / 모든 참조 찾기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설정·주기 실행·callback 등록 위치 구분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문자열 검색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Ctrl+Shift+F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 firmware 폴더로 범위를 좁혀 동일 이름 혼동 방지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특정 파일·줄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열기 후 Ctrl+G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 표의 줄 번호는 이 문서 작성 시점 기준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IntelliSense 오류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재로드·재분석 후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GCC 속성 보정은 VS 전용. 실제 GCC 빌드 결과 별도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17B90F5-8B8F-477F-9CB6-BD1CDB08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AA8AE0E-CBFC-4BA3-B437-BB752A4A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6 / 140</a:t>
            </a:r>
          </a:p>
        </p:txBody>
      </p:sp>
    </p:spTree>
    <p:extLst>
      <p:ext uri="{BB962C8B-B14F-4D97-AF65-F5344CB8AC3E}">
        <p14:creationId xmlns:p14="http://schemas.microsoft.com/office/powerpoint/2010/main" val="7584699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FE4FD10C-CB1B-41C4-AB91-54D0E11F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Main이 명령을 분배하고 Rod가 현장 입력을 보냅니다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09107DD-EFDC-4BD5-947F-E4B17B4A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공유되는 것은 프로토콜 계약이며 실행 바이너리는 독립입니다.</a:t>
            </a:r>
          </a:p>
        </p:txBody>
      </p:sp>
      <p:sp>
        <p:nvSpPr>
          <p:cNvPr id="3" name="edge-0">
            <a:extLst xmlns:a="http://schemas.openxmlformats.org/drawingml/2006/main">
              <a:ext uri="{FF2B5EF4-FFF2-40B4-BE49-F238E27FC236}">
                <a16:creationId xmlns:a16="http://schemas.microsoft.com/office/drawing/2014/main" id="{D375240E-EACD-4EE8-B104-7F790FE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47900"/>
            <a:ext cx="762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CC5CE"/>
          </a:solidFill>
          <a:ln xmlns:a="http://schemas.openxmlformats.org/drawingml/2006/main" w="0">
            <a:noFill/>
          </a:ln>
        </p:spPr>
      </p:sp>
      <p:sp>
        <p:nvSpPr>
          <p:cNvPr id="4" name="edge-1">
            <a:extLst xmlns:a="http://schemas.openxmlformats.org/drawingml/2006/main">
              <a:ext uri="{FF2B5EF4-FFF2-40B4-BE49-F238E27FC236}">
                <a16:creationId xmlns:a16="http://schemas.microsoft.com/office/drawing/2014/main" id="{EB00BB0A-F172-44F7-87FD-BF1ED533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47900"/>
            <a:ext cx="762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CC5CE"/>
          </a:solidFill>
          <a:ln xmlns:a="http://schemas.openxmlformats.org/drawingml/2006/main" w="0">
            <a:noFill/>
          </a:ln>
        </p:spPr>
      </p:sp>
      <p:sp>
        <p:nvSpPr>
          <p:cNvPr id="5" name="node-0">
            <a:extLst xmlns:a="http://schemas.openxmlformats.org/drawingml/2006/main">
              <a:ext uri="{FF2B5EF4-FFF2-40B4-BE49-F238E27FC236}">
                <a16:creationId xmlns:a16="http://schemas.microsoft.com/office/drawing/2014/main" id="{2475860E-1A57-464F-A477-289629BA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288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FF1"/>
          </a:solidFill>
          <a:ln xmlns:a="http://schemas.openxmlformats.org/drawingml/2006/main" w="0">
            <a:noFill/>
          </a:ln>
        </p:spPr>
      </p:sp>
      <p:sp>
        <p:nvSpPr>
          <p:cNvPr id="6" name="node-head-0">
            <a:extLst xmlns:a="http://schemas.openxmlformats.org/drawingml/2006/main">
              <a:ext uri="{FF2B5EF4-FFF2-40B4-BE49-F238E27FC236}">
                <a16:creationId xmlns:a16="http://schemas.microsoft.com/office/drawing/2014/main" id="{3AC3D662-44C1-471F-A047-0F60BDBF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PC / AP</a:t>
            </a:r>
          </a:p>
        </p:txBody>
      </p:sp>
      <p:sp>
        <p:nvSpPr>
          <p:cNvPr id="7" name="node-body-0">
            <a:extLst xmlns:a="http://schemas.openxmlformats.org/drawingml/2006/main">
              <a:ext uri="{FF2B5EF4-FFF2-40B4-BE49-F238E27FC236}">
                <a16:creationId xmlns:a16="http://schemas.microsoft.com/office/drawing/2014/main" id="{ECB484E6-EA2D-4651-B603-2DB9FB6F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USB 명령·상태</a:t>
            </a:r>
          </a:p>
        </p:txBody>
      </p:sp>
      <p:sp>
        <p:nvSpPr>
          <p:cNvPr id="8" name="node-1">
            <a:extLst xmlns:a="http://schemas.openxmlformats.org/drawingml/2006/main">
              <a:ext uri="{FF2B5EF4-FFF2-40B4-BE49-F238E27FC236}">
                <a16:creationId xmlns:a16="http://schemas.microsoft.com/office/drawing/2014/main" id="{072DAC76-94EC-4AC5-8F8D-8ED0DF44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288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FF1"/>
          </a:solidFill>
          <a:ln xmlns:a="http://schemas.openxmlformats.org/drawingml/2006/main" w="0">
            <a:noFill/>
          </a:ln>
        </p:spPr>
      </p:sp>
      <p:sp>
        <p:nvSpPr>
          <p:cNvPr id="9" name="node-head-1">
            <a:extLst xmlns:a="http://schemas.openxmlformats.org/drawingml/2006/main">
              <a:ext uri="{FF2B5EF4-FFF2-40B4-BE49-F238E27FC236}">
                <a16:creationId xmlns:a16="http://schemas.microsoft.com/office/drawing/2014/main" id="{5C7E8E6A-32F2-4346-ADEE-B516ACAB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01930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</a:t>
            </a:r>
          </a:p>
        </p:txBody>
      </p:sp>
      <p:sp>
        <p:nvSpPr>
          <p:cNvPr id="10" name="node-body-1">
            <a:extLst xmlns:a="http://schemas.openxmlformats.org/drawingml/2006/main">
              <a:ext uri="{FF2B5EF4-FFF2-40B4-BE49-F238E27FC236}">
                <a16:creationId xmlns:a16="http://schemas.microsoft.com/office/drawing/2014/main" id="{0A10E8AE-CF87-4273-A0AA-CC8D71C7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55270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모터·LED·게임 제어</a:t>
            </a:r>
          </a:p>
        </p:txBody>
      </p:sp>
      <p:sp>
        <p:nvSpPr>
          <p:cNvPr id="11" name="node-2">
            <a:extLst xmlns:a="http://schemas.openxmlformats.org/drawingml/2006/main">
              <a:ext uri="{FF2B5EF4-FFF2-40B4-BE49-F238E27FC236}">
                <a16:creationId xmlns:a16="http://schemas.microsoft.com/office/drawing/2014/main" id="{8D67E12A-F4BC-43C0-90DF-3DD6BEE8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288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FF1"/>
          </a:solidFill>
          <a:ln xmlns:a="http://schemas.openxmlformats.org/drawingml/2006/main" w="0">
            <a:noFill/>
          </a:ln>
        </p:spPr>
      </p:sp>
      <p:sp>
        <p:nvSpPr>
          <p:cNvPr id="12" name="node-head-2">
            <a:extLst xmlns:a="http://schemas.openxmlformats.org/drawingml/2006/main">
              <a:ext uri="{FF2B5EF4-FFF2-40B4-BE49-F238E27FC236}">
                <a16:creationId xmlns:a16="http://schemas.microsoft.com/office/drawing/2014/main" id="{C0944DA3-E099-499D-B74B-9E9C2852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1930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Rod</a:t>
            </a:r>
          </a:p>
        </p:txBody>
      </p:sp>
      <p:sp>
        <p:nvSpPr>
          <p:cNvPr id="13" name="node-body-2">
            <a:extLst xmlns:a="http://schemas.openxmlformats.org/drawingml/2006/main">
              <a:ext uri="{FF2B5EF4-FFF2-40B4-BE49-F238E27FC236}">
                <a16:creationId xmlns:a16="http://schemas.microsoft.com/office/drawing/2014/main" id="{909D3612-CE23-4D11-96F7-A383F3F4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5270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HANDLE·버튼·IMU·배터리</a:t>
            </a:r>
          </a:p>
        </p:txBody>
      </p:sp>
      <p:sp>
        <p:nvSpPr>
          <p:cNvPr id="14" name="detail-0">
            <a:extLst xmlns:a="http://schemas.openxmlformats.org/drawingml/2006/main">
              <a:ext uri="{FF2B5EF4-FFF2-40B4-BE49-F238E27FC236}">
                <a16:creationId xmlns:a16="http://schemas.microsoft.com/office/drawing/2014/main" id="{66404FCE-548E-430F-91C9-375D6550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81400"/>
            <a:ext cx="1123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Main ↔ Rod: ESP-NOW, 등록 대상 주소와 PID를 사용합니다.</a:t>
            </a:r>
          </a:p>
        </p:txBody>
      </p:sp>
      <p:sp>
        <p:nvSpPr>
          <p:cNvPr id="15" name="detail-1">
            <a:extLst xmlns:a="http://schemas.openxmlformats.org/drawingml/2006/main">
              <a:ext uri="{FF2B5EF4-FFF2-40B4-BE49-F238E27FC236}">
                <a16:creationId xmlns:a16="http://schemas.microsoft.com/office/drawing/2014/main" id="{BCD033DD-B59A-45C0-926D-A824F5A8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1123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DFProtocol: 메시지 식별자·frame 인코딩/검증을 공유합니다.</a:t>
            </a:r>
          </a:p>
        </p:txBody>
      </p:sp>
      <p:sp>
        <p:nvSpPr>
          <p:cNvPr id="16" name="detail-2">
            <a:extLst xmlns:a="http://schemas.openxmlformats.org/drawingml/2006/main">
              <a:ext uri="{FF2B5EF4-FFF2-40B4-BE49-F238E27FC236}">
                <a16:creationId xmlns:a16="http://schemas.microsoft.com/office/drawing/2014/main" id="{64EA4D32-4FA1-4358-B638-8A72C32F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19700"/>
            <a:ext cx="1123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이번 복구 업로드: PC USB → Rod 직접 연결. Main은 기록하지 않았습니다.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09E9BD99-3D91-41D7-A5B0-2046AA8B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68CF34D0-770F-4C3C-9592-67169572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7 / 140</a:t>
            </a:r>
          </a:p>
        </p:txBody>
      </p:sp>
    </p:spTree>
    <p:extLst>
      <p:ext uri="{BB962C8B-B14F-4D97-AF65-F5344CB8AC3E}">
        <p14:creationId xmlns:p14="http://schemas.microsoft.com/office/powerpoint/2010/main" val="5109014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512D9CCB-F674-41FD-B18A-4F45FB58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초기화는 저장소를 통신보다 먼저 준비합니다</a:t>
            </a:r>
          </a:p>
        </p:txBody>
      </p:sp>
      <p:sp>
        <p:nvSpPr>
          <p:cNvPr id="2" name="head-0">
            <a:extLst xmlns:a="http://schemas.openxmlformats.org/drawingml/2006/main">
              <a:ext uri="{FF2B5EF4-FFF2-40B4-BE49-F238E27FC236}">
                <a16:creationId xmlns:a16="http://schemas.microsoft.com/office/drawing/2014/main" id="{8A854B44-0E19-43E4-91D1-DE1CFC1B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 · 저장·전원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B2A61217-008E-4BBA-82F3-7119226B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43050"/>
            <a:ext cx="8334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로그 UART → SPIFFS/부팅 정보 → reset reason·전원/USB 상태</a:t>
            </a:r>
          </a:p>
        </p:txBody>
      </p:sp>
      <p:sp>
        <p:nvSpPr>
          <p:cNvPr id="4" name="head-1">
            <a:extLst xmlns:a="http://schemas.openxmlformats.org/drawingml/2006/main">
              <a:ext uri="{FF2B5EF4-FFF2-40B4-BE49-F238E27FC236}">
                <a16:creationId xmlns:a16="http://schemas.microsoft.com/office/drawing/2014/main" id="{CCFEF583-11F8-470C-940A-DE97A262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051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 · 구성·출력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785FD8CC-F667-455C-B4AA-19393D4D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05100"/>
            <a:ext cx="8334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고정 구성·GPIO → EEPROM → 토크 기본값·BLDC 제한값</a:t>
            </a:r>
          </a:p>
        </p:txBody>
      </p:sp>
      <p:sp>
        <p:nvSpPr>
          <p:cNvPr id="6" name="head-2">
            <a:extLst xmlns:a="http://schemas.openxmlformats.org/drawingml/2006/main">
              <a:ext uri="{FF2B5EF4-FFF2-40B4-BE49-F238E27FC236}">
                <a16:creationId xmlns:a16="http://schemas.microsoft.com/office/drawing/2014/main" id="{FF951000-A375-4330-896B-8A498EDD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671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 · 통신·장치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81C7DA85-B3F3-4FC7-8C40-8448209D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67150"/>
            <a:ext cx="8334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ESP-NOW·callback → 토크/보빈/엔코더/LED 초기화 → 출력 안전 상태</a:t>
            </a:r>
          </a:p>
        </p:txBody>
      </p:sp>
      <p:sp>
        <p:nvSpPr>
          <p:cNvPr id="8" name="head-3">
            <a:extLst xmlns:a="http://schemas.openxmlformats.org/drawingml/2006/main">
              <a:ext uri="{FF2B5EF4-FFF2-40B4-BE49-F238E27FC236}">
                <a16:creationId xmlns:a16="http://schemas.microsoft.com/office/drawing/2014/main" id="{C50185E5-7B3D-4F1C-B85F-E76871F6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292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4 · 시간 기반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57E58438-B71B-4D92-B088-58398293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029200"/>
            <a:ext cx="8334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입력 필터·상태 초기화 → 엔코더 FALLING ISR → 100µs timer ISR 활성화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66B41279-1F80-4AB7-9923-C1B2A8AB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5BCE060A-A864-4566-914F-AED25BD4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8 / 140</a:t>
            </a:r>
          </a:p>
        </p:txBody>
      </p:sp>
    </p:spTree>
    <p:extLst>
      <p:ext uri="{BB962C8B-B14F-4D97-AF65-F5344CB8AC3E}">
        <p14:creationId xmlns:p14="http://schemas.microsoft.com/office/powerpoint/2010/main" val="8549867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B2B7ADAB-B003-45ED-BD45-20176803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loop는 입력·수신·제어를 순서대로 소비합니다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8884D0D-D87E-4AE6-A3FB-6377A7D8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시간 counter가 쌓이면 해당 주기 작업을 실행하는 협력형 구조입니다.</a:t>
            </a:r>
          </a:p>
        </p:txBody>
      </p:sp>
      <p:sp>
        <p:nvSpPr>
          <p:cNvPr id="3" name="edge-0">
            <a:extLst xmlns:a="http://schemas.openxmlformats.org/drawingml/2006/main">
              <a:ext uri="{FF2B5EF4-FFF2-40B4-BE49-F238E27FC236}">
                <a16:creationId xmlns:a16="http://schemas.microsoft.com/office/drawing/2014/main" id="{BAA25680-87B5-409A-BFFB-EAB54ECC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47900"/>
            <a:ext cx="762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CC5CE"/>
          </a:solidFill>
          <a:ln xmlns:a="http://schemas.openxmlformats.org/drawingml/2006/main" w="0">
            <a:noFill/>
          </a:ln>
        </p:spPr>
      </p:sp>
      <p:sp>
        <p:nvSpPr>
          <p:cNvPr id="4" name="edge-1">
            <a:extLst xmlns:a="http://schemas.openxmlformats.org/drawingml/2006/main">
              <a:ext uri="{FF2B5EF4-FFF2-40B4-BE49-F238E27FC236}">
                <a16:creationId xmlns:a16="http://schemas.microsoft.com/office/drawing/2014/main" id="{47767CFF-3C64-4319-A2FD-AB328E33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47900"/>
            <a:ext cx="762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CC5CE"/>
          </a:solidFill>
          <a:ln xmlns:a="http://schemas.openxmlformats.org/drawingml/2006/main" w="0">
            <a:noFill/>
          </a:ln>
        </p:spPr>
      </p:sp>
      <p:sp>
        <p:nvSpPr>
          <p:cNvPr id="5" name="node-0">
            <a:extLst xmlns:a="http://schemas.openxmlformats.org/drawingml/2006/main">
              <a:ext uri="{FF2B5EF4-FFF2-40B4-BE49-F238E27FC236}">
                <a16:creationId xmlns:a16="http://schemas.microsoft.com/office/drawing/2014/main" id="{91A91383-273D-4464-B11B-76399EA3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288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FF1"/>
          </a:solidFill>
          <a:ln xmlns:a="http://schemas.openxmlformats.org/drawingml/2006/main" w="0">
            <a:noFill/>
          </a:ln>
        </p:spPr>
      </p:sp>
      <p:sp>
        <p:nvSpPr>
          <p:cNvPr id="6" name="node-head-0">
            <a:extLst xmlns:a="http://schemas.openxmlformats.org/drawingml/2006/main">
              <a:ext uri="{FF2B5EF4-FFF2-40B4-BE49-F238E27FC236}">
                <a16:creationId xmlns:a16="http://schemas.microsoft.com/office/drawing/2014/main" id="{049D6302-F654-4E1E-82ED-6A5E34C1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system_counter</a:t>
            </a:r>
          </a:p>
        </p:txBody>
      </p:sp>
      <p:sp>
        <p:nvSpPr>
          <p:cNvPr id="7" name="node-body-0">
            <a:extLst xmlns:a="http://schemas.openxmlformats.org/drawingml/2006/main">
              <a:ext uri="{FF2B5EF4-FFF2-40B4-BE49-F238E27FC236}">
                <a16:creationId xmlns:a16="http://schemas.microsoft.com/office/drawing/2014/main" id="{EF5B11F7-0699-42C4-87D3-9C5004DD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ISR 시간을 snapshot</a:t>
            </a:r>
          </a:p>
        </p:txBody>
      </p:sp>
      <p:sp>
        <p:nvSpPr>
          <p:cNvPr id="8" name="node-1">
            <a:extLst xmlns:a="http://schemas.openxmlformats.org/drawingml/2006/main">
              <a:ext uri="{FF2B5EF4-FFF2-40B4-BE49-F238E27FC236}">
                <a16:creationId xmlns:a16="http://schemas.microsoft.com/office/drawing/2014/main" id="{D9CB2975-2BDB-4390-A03E-61C05125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288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FF1"/>
          </a:solidFill>
          <a:ln xmlns:a="http://schemas.openxmlformats.org/drawingml/2006/main" w="0">
            <a:noFill/>
          </a:ln>
        </p:spPr>
      </p:sp>
      <p:sp>
        <p:nvSpPr>
          <p:cNvPr id="9" name="node-head-1">
            <a:extLst xmlns:a="http://schemas.openxmlformats.org/drawingml/2006/main">
              <a:ext uri="{FF2B5EF4-FFF2-40B4-BE49-F238E27FC236}">
                <a16:creationId xmlns:a16="http://schemas.microsoft.com/office/drawing/2014/main" id="{863D966D-E8DF-44C9-8D49-D3016ECE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01930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입력·명령 수신</a:t>
            </a:r>
          </a:p>
        </p:txBody>
      </p:sp>
      <p:sp>
        <p:nvSpPr>
          <p:cNvPr id="10" name="node-body-1">
            <a:extLst xmlns:a="http://schemas.openxmlformats.org/drawingml/2006/main">
              <a:ext uri="{FF2B5EF4-FFF2-40B4-BE49-F238E27FC236}">
                <a16:creationId xmlns:a16="http://schemas.microsoft.com/office/drawing/2014/main" id="{289ED0EA-90C9-4883-B648-4BE6B10C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55270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GPIO / USB / ESP-NOW</a:t>
            </a:r>
          </a:p>
        </p:txBody>
      </p:sp>
      <p:sp>
        <p:nvSpPr>
          <p:cNvPr id="11" name="node-2">
            <a:extLst xmlns:a="http://schemas.openxmlformats.org/drawingml/2006/main">
              <a:ext uri="{FF2B5EF4-FFF2-40B4-BE49-F238E27FC236}">
                <a16:creationId xmlns:a16="http://schemas.microsoft.com/office/drawing/2014/main" id="{4E1BACD6-154F-4115-907D-63BC0AB6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288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FF1"/>
          </a:solidFill>
          <a:ln xmlns:a="http://schemas.openxmlformats.org/drawingml/2006/main" w="0">
            <a:noFill/>
          </a:ln>
        </p:spPr>
      </p:sp>
      <p:sp>
        <p:nvSpPr>
          <p:cNvPr id="12" name="node-head-2">
            <a:extLst xmlns:a="http://schemas.openxmlformats.org/drawingml/2006/main">
              <a:ext uri="{FF2B5EF4-FFF2-40B4-BE49-F238E27FC236}">
                <a16:creationId xmlns:a16="http://schemas.microsoft.com/office/drawing/2014/main" id="{CA854652-2DF6-4FDC-9B44-DE857B21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1930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주기 제어</a:t>
            </a:r>
          </a:p>
        </p:txBody>
      </p:sp>
      <p:sp>
        <p:nvSpPr>
          <p:cNvPr id="13" name="node-body-2">
            <a:extLst xmlns:a="http://schemas.openxmlformats.org/drawingml/2006/main">
              <a:ext uri="{FF2B5EF4-FFF2-40B4-BE49-F238E27FC236}">
                <a16:creationId xmlns:a16="http://schemas.microsoft.com/office/drawing/2014/main" id="{FC544394-8FD3-4E30-B61D-5141F14E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5270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1ms → 10ms → 1s</a:t>
            </a:r>
          </a:p>
        </p:txBody>
      </p:sp>
      <p:sp>
        <p:nvSpPr>
          <p:cNvPr id="14" name="detail-0">
            <a:extLst xmlns:a="http://schemas.openxmlformats.org/drawingml/2006/main">
              <a:ext uri="{FF2B5EF4-FFF2-40B4-BE49-F238E27FC236}">
                <a16:creationId xmlns:a16="http://schemas.microsoft.com/office/drawing/2014/main" id="{F43F0FB7-2196-4D1A-A78F-CA557961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81400"/>
            <a:ext cx="1123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수신 순서: uartRecvParsing/Handler → nowRecvHandler → log UART.</a:t>
            </a:r>
          </a:p>
        </p:txBody>
      </p:sp>
      <p:sp>
        <p:nvSpPr>
          <p:cNvPr id="15" name="detail-1">
            <a:extLst xmlns:a="http://schemas.openxmlformats.org/drawingml/2006/main">
              <a:ext uri="{FF2B5EF4-FFF2-40B4-BE49-F238E27FC236}">
                <a16:creationId xmlns:a16="http://schemas.microsoft.com/office/drawing/2014/main" id="{0B230307-6E35-45FD-98D3-A052CBA3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1123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주기 함수는 출력 상태기계를 한 단계씩 진행합니다.</a:t>
            </a:r>
          </a:p>
        </p:txBody>
      </p:sp>
      <p:sp>
        <p:nvSpPr>
          <p:cNvPr id="16" name="detail-2">
            <a:extLst xmlns:a="http://schemas.openxmlformats.org/drawingml/2006/main">
              <a:ext uri="{FF2B5EF4-FFF2-40B4-BE49-F238E27FC236}">
                <a16:creationId xmlns:a16="http://schemas.microsoft.com/office/drawing/2014/main" id="{4037BAC4-607B-4BE5-B2A2-37856D4C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19700"/>
            <a:ext cx="1123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ISR 시간값은 임계영역으로 읽습니다. 1ms 초과 실행은 지연 로그로 관찰합니다.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05304A25-1012-46A2-A458-79AE8442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CC7EC9E6-290B-410F-A63F-1CBA4400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9 / 140</a:t>
            </a:r>
          </a:p>
        </p:txBody>
      </p:sp>
    </p:spTree>
    <p:extLst>
      <p:ext uri="{BB962C8B-B14F-4D97-AF65-F5344CB8AC3E}">
        <p14:creationId xmlns:p14="http://schemas.microsoft.com/office/powerpoint/2010/main" val="1529600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F7A9F1F-784B-48F0-8C9B-03A0B9C8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주기 작업의 입구는 Scheduler입니다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EEF959B-2B64-4F95-9D2C-7E096125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모든 주기 함수가 항상 모든 하위 기능을 실행하는 것은 아닙니다.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428750"/>
                <a:gridCol w="4095750"/>
                <a:gridCol w="5715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주기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진입 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처리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100µs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ISR_onTimerHandler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 계수·1ms 기반 생성; 긴 처리 금지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t1ms_Process_Exec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엔코더·준비 검사·36펄스 자동 측정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t10ms_Process_Exec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패턴·진단·LED·전원·출력 timeout·와이어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t100ms_Process_Exec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지연 로그·Rod 등록 timeout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t500ms_Process_Exec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Main 보드 LED 연결 상태 표시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t1sec_Process_Exec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부팅 보고·AP/Rod alive·Rod 연결 감시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10C2C8F-F890-43EE-BC46-7DD6B67C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3F943B2-0FFF-470D-810A-1641C571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10 / 140</a:t>
            </a:r>
          </a:p>
        </p:txBody>
      </p:sp>
    </p:spTree>
    <p:extLst>
      <p:ext uri="{BB962C8B-B14F-4D97-AF65-F5344CB8AC3E}">
        <p14:creationId xmlns:p14="http://schemas.microsoft.com/office/powerpoint/2010/main" val="5746706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03E590A9-1292-42A8-9A87-674894FA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Rod는 정상 모드와 설정 모드의 실행 경로가 다릅니다</a:t>
            </a:r>
          </a:p>
        </p:txBody>
      </p:sp>
      <p:sp>
        <p:nvSpPr>
          <p:cNvPr id="2" name="head-0">
            <a:extLst xmlns:a="http://schemas.openxmlformats.org/drawingml/2006/main">
              <a:ext uri="{FF2B5EF4-FFF2-40B4-BE49-F238E27FC236}">
                <a16:creationId xmlns:a16="http://schemas.microsoft.com/office/drawing/2014/main" id="{3D94C6BF-E86C-4783-9F75-DB5C5564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공통 초기화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39BCBAFF-77EC-441F-9053-389C4983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43050"/>
            <a:ext cx="8334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USB/로그 UART → 보드·핀·모드 → 부팅 LED → SPIFFS → 대상 주소 → IMU 설정</a:t>
            </a:r>
          </a:p>
        </p:txBody>
      </p:sp>
      <p:sp>
        <p:nvSpPr>
          <p:cNvPr id="4" name="head-1">
            <a:extLst xmlns:a="http://schemas.openxmlformats.org/drawingml/2006/main">
              <a:ext uri="{FF2B5EF4-FFF2-40B4-BE49-F238E27FC236}">
                <a16:creationId xmlns:a16="http://schemas.microsoft.com/office/drawing/2014/main" id="{E4759020-E697-4005-AD5E-8BF261CC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051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정상 모드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26C510D9-8471-4C6D-8773-BABC70E4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05100"/>
            <a:ext cx="8334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ESP-NOW·Encoder·Battery 초기화, 버튼/엔코더/IMU callback 등록, IMU 출력 시작</a:t>
            </a:r>
          </a:p>
        </p:txBody>
      </p:sp>
      <p:sp>
        <p:nvSpPr>
          <p:cNvPr id="6" name="head-2">
            <a:extLst xmlns:a="http://schemas.openxmlformats.org/drawingml/2006/main">
              <a:ext uri="{FF2B5EF4-FFF2-40B4-BE49-F238E27FC236}">
                <a16:creationId xmlns:a16="http://schemas.microsoft.com/office/drawing/2014/main" id="{4CD942ED-8591-440E-B7DC-8B3587AB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671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설정 모드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659216B9-4F9D-472E-AC73-5031C007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67150"/>
            <a:ext cx="8334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IMU 출력을 정지하고 설정 상태 LED를 켭니다. PC/IMU 설정 명령을 처리합니다.</a:t>
            </a:r>
          </a:p>
        </p:txBody>
      </p:sp>
      <p:sp>
        <p:nvSpPr>
          <p:cNvPr id="8" name="head-3">
            <a:extLst xmlns:a="http://schemas.openxmlformats.org/drawingml/2006/main">
              <a:ext uri="{FF2B5EF4-FFF2-40B4-BE49-F238E27FC236}">
                <a16:creationId xmlns:a16="http://schemas.microsoft.com/office/drawing/2014/main" id="{179208DE-2D65-4EAC-9DEE-9ED07487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292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복구 후 차이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7DEB47DC-B743-4882-B933-A07C7268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029200"/>
            <a:ext cx="8334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encoder.setActivityCallback과 LED 만료 처리가 없습니다. 기존 rotate callback과 버튼 LED 제어는 유지됩니다.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26B30B18-1804-40C6-AB41-9440B405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02FBF1BC-2D81-4499-8539-70E3CB94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11 / 140</a:t>
            </a:r>
          </a:p>
        </p:txBody>
      </p:sp>
    </p:spTree>
    <p:extLst>
      <p:ext uri="{BB962C8B-B14F-4D97-AF65-F5344CB8AC3E}">
        <p14:creationId xmlns:p14="http://schemas.microsoft.com/office/powerpoint/2010/main" val="19214627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EA1E0A4-3A00-44D5-B58C-056CEEEC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Rod 정상 loop는 입력과 보고를 주기별로 나눕니다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7D84C7E-6D6A-45B4-93C3-CFECB2ED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DF_Rod_Ota_Process는 loop 상단에서 재부팅 예약을 처리합니다.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428750"/>
                <a:gridCol w="4095750"/>
                <a:gridCol w="5715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주기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입구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동작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 loop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run_timer / DF_Rod_Ota_Process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millis 누적·OTA 완료 후 재부팅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nowRecvHandler / 입력 처리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Main/USB 수신, IMU UART, encoder.rotate, sBtn.toggle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t10ms_Process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진동·좌우 버튼 LED 반복 제어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t100ms_Process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부팅 정보, 등록 단계·L 버튼 장기 입력·timeout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t500ms_Process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battery.scanAvgInteg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t1sec_Process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Main alive·IMU 연결·배터리 보고·보드 LED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4FBA67A-CDC0-4340-8C62-453B209C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98641FF-D0F6-42EA-B563-B957C838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12 / 140</a:t>
            </a:r>
          </a:p>
        </p:txBody>
      </p:sp>
    </p:spTree>
    <p:extLst>
      <p:ext uri="{BB962C8B-B14F-4D97-AF65-F5344CB8AC3E}">
        <p14:creationId xmlns:p14="http://schemas.microsoft.com/office/powerpoint/2010/main" val="8221119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9F8EA943-E7A8-4F89-9EAF-84CFC38F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callback은 게시하고 loop가 해석합니다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E99B5B0-15A5-4671-9412-2F700F01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F12로 같은 함수를 찾아도 실행 문맥에 따라 허용 작업이 다릅니다.</a:t>
            </a:r>
          </a:p>
        </p:txBody>
      </p:sp>
      <p:sp>
        <p:nvSpPr>
          <p:cNvPr id="3" name="edge-0">
            <a:extLst xmlns:a="http://schemas.openxmlformats.org/drawingml/2006/main">
              <a:ext uri="{FF2B5EF4-FFF2-40B4-BE49-F238E27FC236}">
                <a16:creationId xmlns:a16="http://schemas.microsoft.com/office/drawing/2014/main" id="{1A79B3C5-1956-433A-8A71-C4FF7D79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47900"/>
            <a:ext cx="762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CC5CE"/>
          </a:solidFill>
          <a:ln xmlns:a="http://schemas.openxmlformats.org/drawingml/2006/main" w="0">
            <a:noFill/>
          </a:ln>
        </p:spPr>
      </p:sp>
      <p:sp>
        <p:nvSpPr>
          <p:cNvPr id="4" name="edge-1">
            <a:extLst xmlns:a="http://schemas.openxmlformats.org/drawingml/2006/main">
              <a:ext uri="{FF2B5EF4-FFF2-40B4-BE49-F238E27FC236}">
                <a16:creationId xmlns:a16="http://schemas.microsoft.com/office/drawing/2014/main" id="{2A0A5770-F294-40C5-A16F-A56203FB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47900"/>
            <a:ext cx="762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CC5CE"/>
          </a:solidFill>
          <a:ln xmlns:a="http://schemas.openxmlformats.org/drawingml/2006/main" w="0">
            <a:noFill/>
          </a:ln>
        </p:spPr>
      </p:sp>
      <p:sp>
        <p:nvSpPr>
          <p:cNvPr id="5" name="node-0">
            <a:extLst xmlns:a="http://schemas.openxmlformats.org/drawingml/2006/main">
              <a:ext uri="{FF2B5EF4-FFF2-40B4-BE49-F238E27FC236}">
                <a16:creationId xmlns:a16="http://schemas.microsoft.com/office/drawing/2014/main" id="{64E22A6A-F0C7-4361-9D28-3154BC7F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288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FF1"/>
          </a:solidFill>
          <a:ln xmlns:a="http://schemas.openxmlformats.org/drawingml/2006/main" w="0">
            <a:noFill/>
          </a:ln>
        </p:spPr>
      </p:sp>
      <p:sp>
        <p:nvSpPr>
          <p:cNvPr id="6" name="node-head-0">
            <a:extLst xmlns:a="http://schemas.openxmlformats.org/drawingml/2006/main">
              <a:ext uri="{FF2B5EF4-FFF2-40B4-BE49-F238E27FC236}">
                <a16:creationId xmlns:a16="http://schemas.microsoft.com/office/drawing/2014/main" id="{61853330-1166-4BA1-B891-289DD384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ESP-NOW callback</a:t>
            </a:r>
          </a:p>
        </p:txBody>
      </p:sp>
      <p:sp>
        <p:nvSpPr>
          <p:cNvPr id="7" name="node-body-0">
            <a:extLst xmlns:a="http://schemas.openxmlformats.org/drawingml/2006/main">
              <a:ext uri="{FF2B5EF4-FFF2-40B4-BE49-F238E27FC236}">
                <a16:creationId xmlns:a16="http://schemas.microsoft.com/office/drawing/2014/main" id="{88DA8234-BD84-49DD-8339-B7FAEBDE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길이 검사·복사</a:t>
            </a:r>
          </a:p>
        </p:txBody>
      </p:sp>
      <p:sp>
        <p:nvSpPr>
          <p:cNvPr id="8" name="node-1">
            <a:extLst xmlns:a="http://schemas.openxmlformats.org/drawingml/2006/main">
              <a:ext uri="{FF2B5EF4-FFF2-40B4-BE49-F238E27FC236}">
                <a16:creationId xmlns:a16="http://schemas.microsoft.com/office/drawing/2014/main" id="{80A56AAB-1F73-43B9-B789-4FF37D91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288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FF1"/>
          </a:solidFill>
          <a:ln xmlns:a="http://schemas.openxmlformats.org/drawingml/2006/main" w="0">
            <a:noFill/>
          </a:ln>
        </p:spPr>
      </p:sp>
      <p:sp>
        <p:nvSpPr>
          <p:cNvPr id="9" name="node-head-1">
            <a:extLst xmlns:a="http://schemas.openxmlformats.org/drawingml/2006/main">
              <a:ext uri="{FF2B5EF4-FFF2-40B4-BE49-F238E27FC236}">
                <a16:creationId xmlns:a16="http://schemas.microsoft.com/office/drawing/2014/main" id="{2838B760-6995-4DB9-A25D-72E42AEA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01930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고정 수신 슬롯</a:t>
            </a:r>
          </a:p>
        </p:txBody>
      </p:sp>
      <p:sp>
        <p:nvSpPr>
          <p:cNvPr id="10" name="node-body-1">
            <a:extLst xmlns:a="http://schemas.openxmlformats.org/drawingml/2006/main">
              <a:ext uri="{FF2B5EF4-FFF2-40B4-BE49-F238E27FC236}">
                <a16:creationId xmlns:a16="http://schemas.microsoft.com/office/drawing/2014/main" id="{C742882F-A0AD-4261-B7DE-F0CD3E4A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55270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payload + 주소 + 길이</a:t>
            </a:r>
          </a:p>
        </p:txBody>
      </p:sp>
      <p:sp>
        <p:nvSpPr>
          <p:cNvPr id="11" name="node-2">
            <a:extLst xmlns:a="http://schemas.openxmlformats.org/drawingml/2006/main">
              <a:ext uri="{FF2B5EF4-FFF2-40B4-BE49-F238E27FC236}">
                <a16:creationId xmlns:a16="http://schemas.microsoft.com/office/drawing/2014/main" id="{6ABAF805-1AF5-4502-BCFF-67C23C9B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288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FF1"/>
          </a:solidFill>
          <a:ln xmlns:a="http://schemas.openxmlformats.org/drawingml/2006/main" w="0">
            <a:noFill/>
          </a:ln>
        </p:spPr>
      </p:sp>
      <p:sp>
        <p:nvSpPr>
          <p:cNvPr id="12" name="node-head-2">
            <a:extLst xmlns:a="http://schemas.openxmlformats.org/drawingml/2006/main">
              <a:ext uri="{FF2B5EF4-FFF2-40B4-BE49-F238E27FC236}">
                <a16:creationId xmlns:a16="http://schemas.microsoft.com/office/drawing/2014/main" id="{182C5D82-0CAC-44C2-862F-B62DCA22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1930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loop 소비</a:t>
            </a:r>
          </a:p>
        </p:txBody>
      </p:sp>
      <p:sp>
        <p:nvSpPr>
          <p:cNvPr id="13" name="node-body-2">
            <a:extLst xmlns:a="http://schemas.openxmlformats.org/drawingml/2006/main">
              <a:ext uri="{FF2B5EF4-FFF2-40B4-BE49-F238E27FC236}">
                <a16:creationId xmlns:a16="http://schemas.microsoft.com/office/drawing/2014/main" id="{F61CC9FF-9659-48D9-A725-458939B1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5270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PID/OTA 해석·출력</a:t>
            </a:r>
          </a:p>
        </p:txBody>
      </p:sp>
      <p:sp>
        <p:nvSpPr>
          <p:cNvPr id="14" name="detail-0">
            <a:extLst xmlns:a="http://schemas.openxmlformats.org/drawingml/2006/main">
              <a:ext uri="{FF2B5EF4-FFF2-40B4-BE49-F238E27FC236}">
                <a16:creationId xmlns:a16="http://schemas.microsoft.com/office/drawing/2014/main" id="{480A9533-B9A5-4204-86C2-E20FF3BD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81400"/>
            <a:ext cx="1123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callback에서 문자열 분석·로그·flash 쓰기를 하지 않습니다.</a:t>
            </a:r>
          </a:p>
        </p:txBody>
      </p:sp>
      <p:sp>
        <p:nvSpPr>
          <p:cNvPr id="15" name="detail-1">
            <a:extLst xmlns:a="http://schemas.openxmlformats.org/drawingml/2006/main">
              <a:ext uri="{FF2B5EF4-FFF2-40B4-BE49-F238E27FC236}">
                <a16:creationId xmlns:a16="http://schemas.microsoft.com/office/drawing/2014/main" id="{739B980D-208C-4923-B183-F0F6FF4A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1123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단일 슬롯이므로 연속 수신 시 덮어쓰기가 가능합니다. 누락 없는 queue로 간주하지 않습니다.</a:t>
            </a:r>
          </a:p>
        </p:txBody>
      </p:sp>
      <p:sp>
        <p:nvSpPr>
          <p:cNvPr id="16" name="detail-2">
            <a:extLst xmlns:a="http://schemas.openxmlformats.org/drawingml/2006/main">
              <a:ext uri="{FF2B5EF4-FFF2-40B4-BE49-F238E27FC236}">
                <a16:creationId xmlns:a16="http://schemas.microsoft.com/office/drawing/2014/main" id="{393367D1-D43E-463A-8A81-CE2FB343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19700"/>
            <a:ext cx="1123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Main encoder ISR의 다중 필드 snapshot은 임계영역으로 일치시킵니다.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5F719EF8-5D82-4D2A-90E0-8E72A558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20E41236-C576-4C74-9BA7-928D87CD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13 / 140</a:t>
            </a:r>
          </a:p>
        </p:txBody>
      </p:sp>
    </p:spTree>
    <p:extLst>
      <p:ext uri="{BB962C8B-B14F-4D97-AF65-F5344CB8AC3E}">
        <p14:creationId xmlns:p14="http://schemas.microsoft.com/office/powerpoint/2010/main" val="5393499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4BC74E2-C50D-4494-BDA6-C47624B8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Rod 입력은 callback을 거쳐 Main으로 전달됩니다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4409918-90B8-45C3-AC6E-A8C997DD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입력의 원래 동작과 이번에 제거한 시험 표식을 구분합니다.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38481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14500"/>
                <a:gridCol w="5143500"/>
                <a:gridCol w="43815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규칙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HANDLE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Encoder::rotate → sendCount → rotateChangeCallback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환산 문자열이 바뀔 때 송신. LED 시험 hook 없음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SwitchButton::toggle → btnChangeCallback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버튼 상태·기존 버튼 LED 처리 후 변경 전달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uartRecv_Normal → imuDataCallback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UART frame 해석 후 PID/payload 송신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배터리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scanAvgInteg → battChangeCheckSend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평균 잔량과 변화/시간 조건으로 보고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OTA 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DF_Rod_Ota_IsActive 검사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버튼·엔코더·IMU 일반 송신을 억제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346ACE2-9376-4BA0-AA3F-5E4CA6EA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AC54A7D-9F0F-49C9-8A24-B4C107F0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14 / 140</a:t>
            </a:r>
          </a:p>
        </p:txBody>
      </p:sp>
    </p:spTree>
    <p:extLst>
      <p:ext uri="{BB962C8B-B14F-4D97-AF65-F5344CB8AC3E}">
        <p14:creationId xmlns:p14="http://schemas.microsoft.com/office/powerpoint/2010/main" val="542937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83DFF171-11F2-4C6E-9CFB-7F2EC547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게임 명령은 상태 설정과 주기 출력으로 이어집니다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9D8BBD5-307B-4C36-917E-2C8E5532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게임 이름을 검색할 때 명령 해석과 실제 실행을 나누어 추적합니다.</a:t>
            </a:r>
          </a:p>
        </p:txBody>
      </p:sp>
      <p:sp>
        <p:nvSpPr>
          <p:cNvPr id="3" name="edge-0">
            <a:extLst xmlns:a="http://schemas.openxmlformats.org/drawingml/2006/main">
              <a:ext uri="{FF2B5EF4-FFF2-40B4-BE49-F238E27FC236}">
                <a16:creationId xmlns:a16="http://schemas.microsoft.com/office/drawing/2014/main" id="{C84B4088-5D86-4AA0-89B1-BCDC4AAA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47900"/>
            <a:ext cx="762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CC5CE"/>
          </a:solidFill>
          <a:ln xmlns:a="http://schemas.openxmlformats.org/drawingml/2006/main" w="0">
            <a:noFill/>
          </a:ln>
        </p:spPr>
      </p:sp>
      <p:sp>
        <p:nvSpPr>
          <p:cNvPr id="4" name="edge-1">
            <a:extLst xmlns:a="http://schemas.openxmlformats.org/drawingml/2006/main">
              <a:ext uri="{FF2B5EF4-FFF2-40B4-BE49-F238E27FC236}">
                <a16:creationId xmlns:a16="http://schemas.microsoft.com/office/drawing/2014/main" id="{664F6F50-59FB-45D2-B4B5-FF8C207D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47900"/>
            <a:ext cx="762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CC5CE"/>
          </a:solidFill>
          <a:ln xmlns:a="http://schemas.openxmlformats.org/drawingml/2006/main" w="0">
            <a:noFill/>
          </a:ln>
        </p:spPr>
      </p:sp>
      <p:sp>
        <p:nvSpPr>
          <p:cNvPr id="5" name="node-0">
            <a:extLst xmlns:a="http://schemas.openxmlformats.org/drawingml/2006/main">
              <a:ext uri="{FF2B5EF4-FFF2-40B4-BE49-F238E27FC236}">
                <a16:creationId xmlns:a16="http://schemas.microsoft.com/office/drawing/2014/main" id="{D3F85E4C-27F2-4687-9453-41609C3B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288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FF1"/>
          </a:solidFill>
          <a:ln xmlns:a="http://schemas.openxmlformats.org/drawingml/2006/main" w="0">
            <a:noFill/>
          </a:ln>
        </p:spPr>
      </p:sp>
      <p:sp>
        <p:nvSpPr>
          <p:cNvPr id="6" name="node-head-0">
            <a:extLst xmlns:a="http://schemas.openxmlformats.org/drawingml/2006/main">
              <a:ext uri="{FF2B5EF4-FFF2-40B4-BE49-F238E27FC236}">
                <a16:creationId xmlns:a16="http://schemas.microsoft.com/office/drawing/2014/main" id="{0CE57A84-4069-48D0-902D-C3B8201A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AP 명령</a:t>
            </a:r>
          </a:p>
        </p:txBody>
      </p:sp>
      <p:sp>
        <p:nvSpPr>
          <p:cNvPr id="7" name="node-body-0">
            <a:extLst xmlns:a="http://schemas.openxmlformats.org/drawingml/2006/main">
              <a:ext uri="{FF2B5EF4-FFF2-40B4-BE49-F238E27FC236}">
                <a16:creationId xmlns:a16="http://schemas.microsoft.com/office/drawing/2014/main" id="{6788D6BE-8793-46D1-991E-4A9FFDDC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uartRecvHandler</a:t>
            </a:r>
          </a:p>
        </p:txBody>
      </p:sp>
      <p:sp>
        <p:nvSpPr>
          <p:cNvPr id="8" name="node-1">
            <a:extLst xmlns:a="http://schemas.openxmlformats.org/drawingml/2006/main">
              <a:ext uri="{FF2B5EF4-FFF2-40B4-BE49-F238E27FC236}">
                <a16:creationId xmlns:a16="http://schemas.microsoft.com/office/drawing/2014/main" id="{55074E09-4AE0-4867-BFE4-EF2EA31E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288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FF1"/>
          </a:solidFill>
          <a:ln xmlns:a="http://schemas.openxmlformats.org/drawingml/2006/main" w="0">
            <a:noFill/>
          </a:ln>
        </p:spPr>
      </p:sp>
      <p:sp>
        <p:nvSpPr>
          <p:cNvPr id="9" name="node-head-1">
            <a:extLst xmlns:a="http://schemas.openxmlformats.org/drawingml/2006/main">
              <a:ext uri="{FF2B5EF4-FFF2-40B4-BE49-F238E27FC236}">
                <a16:creationId xmlns:a16="http://schemas.microsoft.com/office/drawing/2014/main" id="{D49F246F-1805-4845-93C6-C220C124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01930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상태·파라미터</a:t>
            </a:r>
          </a:p>
        </p:txBody>
      </p:sp>
      <p:sp>
        <p:nvSpPr>
          <p:cNvPr id="10" name="node-body-1">
            <a:extLst xmlns:a="http://schemas.openxmlformats.org/drawingml/2006/main">
              <a:ext uri="{FF2B5EF4-FFF2-40B4-BE49-F238E27FC236}">
                <a16:creationId xmlns:a16="http://schemas.microsoft.com/office/drawing/2014/main" id="{47BCCA1E-BF4F-421E-819F-CA121906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55270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anaGameStatus 등</a:t>
            </a:r>
          </a:p>
        </p:txBody>
      </p:sp>
      <p:sp>
        <p:nvSpPr>
          <p:cNvPr id="11" name="node-2">
            <a:extLst xmlns:a="http://schemas.openxmlformats.org/drawingml/2006/main">
              <a:ext uri="{FF2B5EF4-FFF2-40B4-BE49-F238E27FC236}">
                <a16:creationId xmlns:a16="http://schemas.microsoft.com/office/drawing/2014/main" id="{15EE673A-0086-4FE5-AC60-A48DDD7E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288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FF1"/>
          </a:solidFill>
          <a:ln xmlns:a="http://schemas.openxmlformats.org/drawingml/2006/main" w="0">
            <a:noFill/>
          </a:ln>
        </p:spPr>
      </p:sp>
      <p:sp>
        <p:nvSpPr>
          <p:cNvPr id="12" name="node-head-2">
            <a:extLst xmlns:a="http://schemas.openxmlformats.org/drawingml/2006/main">
              <a:ext uri="{FF2B5EF4-FFF2-40B4-BE49-F238E27FC236}">
                <a16:creationId xmlns:a16="http://schemas.microsoft.com/office/drawing/2014/main" id="{BA37F105-0D93-4D6B-AE0A-2ACB7782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1930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패턴 실행</a:t>
            </a:r>
          </a:p>
        </p:txBody>
      </p:sp>
      <p:sp>
        <p:nvSpPr>
          <p:cNvPr id="13" name="node-body-2">
            <a:extLst xmlns:a="http://schemas.openxmlformats.org/drawingml/2006/main">
              <a:ext uri="{FF2B5EF4-FFF2-40B4-BE49-F238E27FC236}">
                <a16:creationId xmlns:a16="http://schemas.microsoft.com/office/drawing/2014/main" id="{4976537E-3A41-43E0-B8C8-6BAF93BC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5270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주기 함수 → driver</a:t>
            </a:r>
          </a:p>
        </p:txBody>
      </p:sp>
      <p:sp>
        <p:nvSpPr>
          <p:cNvPr id="14" name="detail-0">
            <a:extLst xmlns:a="http://schemas.openxmlformats.org/drawingml/2006/main">
              <a:ext uri="{FF2B5EF4-FFF2-40B4-BE49-F238E27FC236}">
                <a16:creationId xmlns:a16="http://schemas.microsoft.com/office/drawing/2014/main" id="{CBCD5301-7625-4CD4-A31D-43BB838B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81400"/>
            <a:ext cx="1123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CommandRouter: 요청 문자열을 해석하고 플래그·출력 설정을 바꿉니다.</a:t>
            </a:r>
          </a:p>
        </p:txBody>
      </p:sp>
      <p:sp>
        <p:nvSpPr>
          <p:cNvPr id="15" name="detail-1">
            <a:extLst xmlns:a="http://schemas.openxmlformats.org/drawingml/2006/main">
              <a:ext uri="{FF2B5EF4-FFF2-40B4-BE49-F238E27FC236}">
                <a16:creationId xmlns:a16="http://schemas.microsoft.com/office/drawing/2014/main" id="{3DFF1C23-8189-431A-9D57-932C4C9A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1123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GameControl: Bite/Hit/Hold/Randing의 step·timeout·반복 횟수를 진행합니다.</a:t>
            </a:r>
          </a:p>
        </p:txBody>
      </p:sp>
      <p:sp>
        <p:nvSpPr>
          <p:cNvPr id="16" name="detail-2">
            <a:extLst xmlns:a="http://schemas.openxmlformats.org/drawingml/2006/main">
              <a:ext uri="{FF2B5EF4-FFF2-40B4-BE49-F238E27FC236}">
                <a16:creationId xmlns:a16="http://schemas.microsoft.com/office/drawing/2014/main" id="{7B1D8AD4-D787-4286-A35D-6598867A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19700"/>
            <a:ext cx="1123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장치 출력은 토크·보빈·LED driver와 Rod 명령으로 연결됩니다. 빈 예약 함수는 동작으로 간주하지 않습니다.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C14D99AC-BAEC-4E2B-B1E2-8F5B0ADB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502EF70E-EBDE-4826-B331-7052E78F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15 / 140</a:t>
            </a:r>
          </a:p>
        </p:txBody>
      </p:sp>
    </p:spTree>
    <p:extLst>
      <p:ext uri="{BB962C8B-B14F-4D97-AF65-F5344CB8AC3E}">
        <p14:creationId xmlns:p14="http://schemas.microsoft.com/office/powerpoint/2010/main" val="12740320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058040B-8F74-4D9A-AC29-D076B58B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상태의 정의와 공개 선언은 다른 파일에 있습니다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303031B-5531-4A7A-B02D-FD7513C1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파일을 옮길 때 ODR, 초기화 순서, callback 공유값을 함께 확인합니다.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38481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3714750"/>
                <a:gridCol w="485775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역할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읽는 내용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진입·오케스트레이션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DF_*_Application.cpp/.h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setup/loop의 순서와 하위 모듈 호출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공용 상태 owner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DF_*_State.cpp/.h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전역 저장 공간·장치 객체·외부 선언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기능별 구현·API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src/modules/*.cpp/.h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 기능의 상태·함수·공개 경계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집계 헤더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DF_*_Internal.h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편의를 위한 include 모음; 공개 API에 확산 금지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장치 드라이버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Encoder / ENow / Battery 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GPIO·통신·SPI/I²C와 장치별 변환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5FBCF58-9107-4E94-87D6-E847C8CE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B8B07C3-925B-4D07-AB5F-BBEE2BE8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16 / 140</a:t>
            </a:r>
          </a:p>
        </p:txBody>
      </p:sp>
    </p:spTree>
    <p:extLst>
      <p:ext uri="{BB962C8B-B14F-4D97-AF65-F5344CB8AC3E}">
        <p14:creationId xmlns:p14="http://schemas.microsoft.com/office/powerpoint/2010/main" val="15152391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1A52F02-1109-46D2-948B-675F65A0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문자 메시지와 OTA binary를 섞지 않습니다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27EB02D-F852-44CB-A1B5-7060E56B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공유 계약은 libraries/DFProtocol/src에서 읽습니다.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38481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81250"/>
                <a:gridCol w="4572000"/>
                <a:gridCol w="428625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형식·검사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주의점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Main↔Rod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문자 PID + payload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 PID·길이·타이밍을 임의 변경하지 않음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PC→Main OTA 서비스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$OR&lt;DFRO frame hex&gt;%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문자열 명령과 구분해 중계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Main↔Rod OTA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DFRO / 종류 / session / sequence / CRC32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최대 data 96 B, frame 115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 image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길이 + SHA-256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완료 후 비활성 app slot 부팅 전환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$DN R/r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Main에서 오류 3으로 거부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 image를 Main 자체 업데이트에 쓰지 않음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FAB8161-4886-4065-8CF1-5A18B4A2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1B6E4D5-A352-4071-A0BA-5FEC4F03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17 / 140</a:t>
            </a:r>
          </a:p>
        </p:txBody>
      </p:sp>
    </p:spTree>
    <p:extLst>
      <p:ext uri="{BB962C8B-B14F-4D97-AF65-F5344CB8AC3E}">
        <p14:creationId xmlns:p14="http://schemas.microsoft.com/office/powerpoint/2010/main" val="11731513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19AD924-A289-422A-BC90-5840D4C2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USB 직접 기록과 Main 경유 OTA는 다른 작업입니다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2BC3779-69B1-4D48-99C0-E54206F4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이번 요청에서 사용한 방법은 USB 직접 기록입니다.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14500"/>
                <a:gridCol w="4762500"/>
                <a:gridCol w="47625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USB 직접 기록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Main 경유 OTA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 → Rod USB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 → Main USB → ESP-NOW → Rod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쓰는 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확인한 flash 주소에 기록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비활성 app slot에 Update.write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이번 기록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otadata 0xE000 + app0 0x10000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이번 복구에는 사용하지 않음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bootloader·partition·NVS·SPIFFS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bootloader·partition·NVS·SPIFFS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실패 복구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 시 ROM 모드 USB 재설치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중단 후 처음부터 재전송; 자동 기능 rollback 없음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image hash·verify·부팅 버전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block/Finish ACK·부팅 버전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B990201-22DE-4068-8830-2295D7B4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68ABC42-0644-4C0D-A54B-CAA9B693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18 / 140</a:t>
            </a:r>
          </a:p>
        </p:txBody>
      </p:sp>
    </p:spTree>
    <p:extLst>
      <p:ext uri="{BB962C8B-B14F-4D97-AF65-F5344CB8AC3E}">
        <p14:creationId xmlns:p14="http://schemas.microsoft.com/office/powerpoint/2010/main" val="82959932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BD85A2BC-1EA4-464A-BCBE-ECB01087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빠른 USB 복구는 확인한 두 영역만 기록했습니다</a:t>
            </a:r>
          </a:p>
        </p:txBody>
      </p:sp>
      <p:sp>
        <p:nvSpPr>
          <p:cNvPr id="2" name="head-0">
            <a:extLst xmlns:a="http://schemas.openxmlformats.org/drawingml/2006/main">
              <a:ext uri="{FF2B5EF4-FFF2-40B4-BE49-F238E27FC236}">
                <a16:creationId xmlns:a16="http://schemas.microsoft.com/office/drawing/2014/main" id="{5CAAD9FA-EBEB-4F4C-AFBB-08562487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대상 확인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8CBFDA57-1517-451D-8EBA-CBBF8DBD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43050"/>
            <a:ext cx="8334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Rod 직접 응답 Vr1.0.1.2로 단일 대상을 식별했습니다. Main 응답은 제외했습니다.</a:t>
            </a:r>
          </a:p>
        </p:txBody>
      </p:sp>
      <p:sp>
        <p:nvSpPr>
          <p:cNvPr id="4" name="head-1">
            <a:extLst xmlns:a="http://schemas.openxmlformats.org/drawingml/2006/main">
              <a:ext uri="{FF2B5EF4-FFF2-40B4-BE49-F238E27FC236}">
                <a16:creationId xmlns:a16="http://schemas.microsoft.com/office/drawing/2014/main" id="{4F2A3E57-D566-4E28-A798-C55AF99B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051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파티션 확인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0950049B-2800-4449-A98D-1A7FA226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05100"/>
            <a:ext cx="8334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장비의 0x8000 파티션 표를 읽어 현재 배포 파일과 SHA-256 일치를 확인했습니다.</a:t>
            </a:r>
          </a:p>
        </p:txBody>
      </p:sp>
      <p:sp>
        <p:nvSpPr>
          <p:cNvPr id="6" name="head-2">
            <a:extLst xmlns:a="http://schemas.openxmlformats.org/drawingml/2006/main">
              <a:ext uri="{FF2B5EF4-FFF2-40B4-BE49-F238E27FC236}">
                <a16:creationId xmlns:a16="http://schemas.microsoft.com/office/drawing/2014/main" id="{791257E4-F777-4BD6-B0B1-F5C5EE39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671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압축 기록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1452F2FA-EC77-4FC9-A02A-FA2E6774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67150"/>
            <a:ext cx="8334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ROM no-stub / 921600 / --compress. otadata 초기화로 app0를 선택하고 복구 image를 기록했습니다.</a:t>
            </a:r>
          </a:p>
        </p:txBody>
      </p:sp>
      <p:sp>
        <p:nvSpPr>
          <p:cNvPr id="8" name="head-3">
            <a:extLst xmlns:a="http://schemas.openxmlformats.org/drawingml/2006/main">
              <a:ext uri="{FF2B5EF4-FFF2-40B4-BE49-F238E27FC236}">
                <a16:creationId xmlns:a16="http://schemas.microsoft.com/office/drawing/2014/main" id="{31055667-19D6-4F35-80A4-77A94039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292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6BD1A035-6E58-4542-854F-3BE7758C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029200"/>
            <a:ext cx="8334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766,848 bytes → 502,058 bytes 압축 전송. 데이터 기록 약 21.7초, 사전 확인 포함 약 33.9초. 재부팅 후 Vr1.0.1.3 응답 확인.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52A08C24-AE7B-4D01-AB6F-A39979DF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CD30BCB2-817E-4F59-8140-A0A4E497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19 / 140</a:t>
            </a:r>
          </a:p>
        </p:txBody>
      </p:sp>
    </p:spTree>
    <p:extLst>
      <p:ext uri="{BB962C8B-B14F-4D97-AF65-F5344CB8AC3E}">
        <p14:creationId xmlns:p14="http://schemas.microsoft.com/office/powerpoint/2010/main" val="68256607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3358B2D-C160-4152-9F0F-B92BEA77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빌드와 배포는 프로젝트 로컬 도구로 재현합니다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1364452-A8B5-4340-B03F-F70B0F1D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VS는 NMake 명령을 호출합니다. MSVC로 ESP32 firmware를 컴파일하지 않습니다.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76500"/>
                <a:gridCol w="876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명령·기준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빌드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tools\build-all.cmd Release x64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개별 빌드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tools\build-main.cmd / tools\build-rod.cmd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프로토콜 검사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tools\test-protocol.cmd · C++98 host 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고정 환경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ESP32-S3 / Core 2.0.17 / ESP32Servo 1.1.2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배포 경로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bin/release/x64/Vm1.0.9.0 및 Vr1.0.1.3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 변경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각 Version.cpp와 tools/firmware-versions.cmd를 함께 갱신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C12517D-9983-4BF7-AFAD-DB061B60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45C4B14-BD57-427D-A850-9922FADF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20 / 140</a:t>
            </a:r>
          </a:p>
        </p:txBody>
      </p:sp>
    </p:spTree>
    <p:extLst>
      <p:ext uri="{BB962C8B-B14F-4D97-AF65-F5344CB8AC3E}">
        <p14:creationId xmlns:p14="http://schemas.microsoft.com/office/powerpoint/2010/main" val="158585793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E629B91C-43D5-430B-84C6-2F56DAD2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구현 완료와 장비 검증 완료를 분리해서 기록합니다</a:t>
            </a:r>
          </a:p>
        </p:txBody>
      </p:sp>
      <p:sp>
        <p:nvSpPr>
          <p:cNvPr id="2" name="head-0">
            <a:extLst xmlns:a="http://schemas.openxmlformats.org/drawingml/2006/main">
              <a:ext uri="{FF2B5EF4-FFF2-40B4-BE49-F238E27FC236}">
                <a16:creationId xmlns:a16="http://schemas.microsoft.com/office/drawing/2014/main" id="{87CFF930-DE4B-4770-926C-1BACDDE9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확인됨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4C8C155E-2541-4673-93F7-31D2D3E1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43050"/>
            <a:ext cx="8334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독립 .cpp/.h, callback/ISR 보정, Main/Rod build, 정상 OTA 경로, USB 복구·버전 응답</a:t>
            </a:r>
          </a:p>
        </p:txBody>
      </p:sp>
      <p:sp>
        <p:nvSpPr>
          <p:cNvPr id="4" name="head-1">
            <a:extLst xmlns:a="http://schemas.openxmlformats.org/drawingml/2006/main">
              <a:ext uri="{FF2B5EF4-FFF2-40B4-BE49-F238E27FC236}">
                <a16:creationId xmlns:a16="http://schemas.microsoft.com/office/drawing/2014/main" id="{1DDF05DF-58DB-46DA-86D3-BE792896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051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이번 코드 변경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5DE02B3C-6A1B-4EFC-BE5B-EA8C9285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05100"/>
            <a:ext cx="8334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HANDLE LED 시험 상태·callback·주기 호출 제거. 원본은 deprecated/rod/handle-led-test-Vr1.0.1.2에 보존</a:t>
            </a:r>
          </a:p>
        </p:txBody>
      </p:sp>
      <p:sp>
        <p:nvSpPr>
          <p:cNvPr id="6" name="head-2">
            <a:extLst xmlns:a="http://schemas.openxmlformats.org/drawingml/2006/main">
              <a:ext uri="{FF2B5EF4-FFF2-40B4-BE49-F238E27FC236}">
                <a16:creationId xmlns:a16="http://schemas.microsoft.com/office/drawing/2014/main" id="{5FF34365-C67F-4B8B-BA5E-F1495FE0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671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확인 대기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49DD4BEF-834D-422F-82A7-944D3344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67150"/>
            <a:ext cx="8334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복구 후 물리 HANDLE LED 관찰, IntelliSense 재분석 화면, 부하·장시간 안정성</a:t>
            </a:r>
          </a:p>
        </p:txBody>
      </p:sp>
      <p:sp>
        <p:nvSpPr>
          <p:cNvPr id="8" name="head-3">
            <a:extLst xmlns:a="http://schemas.openxmlformats.org/drawingml/2006/main">
              <a:ext uri="{FF2B5EF4-FFF2-40B4-BE49-F238E27FC236}">
                <a16:creationId xmlns:a16="http://schemas.microsoft.com/office/drawing/2014/main" id="{353F63DF-8503-4B0D-9C93-254BBD01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292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작업 경계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81394164-F065-408A-A288-3CF2B177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029200"/>
            <a:ext cx="8334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01 B/C/G, 08 J/K, 09 통합 릴리스, 10 H 실패 복구/마감은 완료 처리하지 않았습니다.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EAB7FA02-E8DC-497E-87B9-FC935EE8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B7229172-2821-428B-B9FF-DC3A2A13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21 / 140</a:t>
            </a:r>
          </a:p>
        </p:txBody>
      </p:sp>
    </p:spTree>
    <p:extLst>
      <p:ext uri="{BB962C8B-B14F-4D97-AF65-F5344CB8AC3E}">
        <p14:creationId xmlns:p14="http://schemas.microsoft.com/office/powerpoint/2010/main" val="153305685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C16C183F-E302-4D4C-8B85-5FED886B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수정 전에는 원본·문맥·검증 범위를 먼저 정합니다</a:t>
            </a:r>
          </a:p>
        </p:txBody>
      </p:sp>
      <p:sp>
        <p:nvSpPr>
          <p:cNvPr id="2" name="head-0">
            <a:extLst xmlns:a="http://schemas.openxmlformats.org/drawingml/2006/main">
              <a:ext uri="{FF2B5EF4-FFF2-40B4-BE49-F238E27FC236}">
                <a16:creationId xmlns:a16="http://schemas.microsoft.com/office/drawing/2014/main" id="{E4C0B2E7-D9C2-4C46-A36A-02462F81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코드 규칙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E842B3BE-8876-4E42-8F07-344E0B00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43050"/>
            <a:ext cx="8334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C++98/03 범위, namespace 미사용, 제품 Variant 전처리 분기 추가 금지</a:t>
            </a:r>
          </a:p>
        </p:txBody>
      </p:sp>
      <p:sp>
        <p:nvSpPr>
          <p:cNvPr id="4" name="head-1">
            <a:extLst xmlns:a="http://schemas.openxmlformats.org/drawingml/2006/main">
              <a:ext uri="{FF2B5EF4-FFF2-40B4-BE49-F238E27FC236}">
                <a16:creationId xmlns:a16="http://schemas.microsoft.com/office/drawing/2014/main" id="{60B07469-2EBF-4A72-89D4-45B16008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051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변경 단위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36D96908-5E9B-42EE-8422-AD6FE91A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05100"/>
            <a:ext cx="8334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한 문자 작업씩 수행합니다. 파일 이동과 동작 변경을 섞지 않습니다.</a:t>
            </a:r>
          </a:p>
        </p:txBody>
      </p:sp>
      <p:sp>
        <p:nvSpPr>
          <p:cNvPr id="6" name="head-2">
            <a:extLst xmlns:a="http://schemas.openxmlformats.org/drawingml/2006/main">
              <a:ext uri="{FF2B5EF4-FFF2-40B4-BE49-F238E27FC236}">
                <a16:creationId xmlns:a16="http://schemas.microsoft.com/office/drawing/2014/main" id="{88B6C1EF-09E8-4C79-98A7-38E77EC7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671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보존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85BD630F-9343-4E39-A2AC-DEC6D492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67150"/>
            <a:ext cx="8334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legacy 기준 원본과 사용자 변경은 보존합니다. 제거 코드는 deprecated에 격리합니다.</a:t>
            </a:r>
          </a:p>
        </p:txBody>
      </p:sp>
      <p:sp>
        <p:nvSpPr>
          <p:cNvPr id="8" name="head-3">
            <a:extLst xmlns:a="http://schemas.openxmlformats.org/drawingml/2006/main">
              <a:ext uri="{FF2B5EF4-FFF2-40B4-BE49-F238E27FC236}">
                <a16:creationId xmlns:a16="http://schemas.microsoft.com/office/drawing/2014/main" id="{5A4DA155-639A-432D-8F23-CD91DD93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292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실행 경계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A6DC5A89-ECB7-4014-AFBA-12AC07E1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029200"/>
            <a:ext cx="8334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compile/link는 Codex가 수행합니다. flash·장비 시험은 기본 수동이며 명시적 승인 범위에서만 자동 실행합니다.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98DCF9F6-6CDE-4F8A-91AA-77B66237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AB8F76F7-170E-4393-B0BA-D0FAAB0A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22 / 140</a:t>
            </a:r>
          </a:p>
        </p:txBody>
      </p:sp>
    </p:spTree>
    <p:extLst>
      <p:ext uri="{BB962C8B-B14F-4D97-AF65-F5344CB8AC3E}">
        <p14:creationId xmlns:p14="http://schemas.microsoft.com/office/powerpoint/2010/main" val="71229449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ag">
            <a:extLst xmlns:a="http://schemas.openxmlformats.org/drawingml/2006/main">
              <a:ext uri="{FF2B5EF4-FFF2-40B4-BE49-F238E27FC236}">
                <a16:creationId xmlns:a16="http://schemas.microsoft.com/office/drawing/2014/main" id="{A358FE36-65D9-4B58-8581-2E0588F2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SOURCE REFERENCE  |  555개 정의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E8D71DA-378E-49B7-812D-00F47FB2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81200"/>
            <a:ext cx="11239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함수 사전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FE15001-607D-4BB0-84F0-86AC4D5D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0062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파일별 역할 · 소스 위치 · 전체 시그니처는 발표자 노트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B3A175B-1126-47A2-B575-FB8801AF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389E488-2BA4-48B0-9ED1-0C0DE9A3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23 / 140</a:t>
            </a:r>
          </a:p>
        </p:txBody>
      </p:sp>
    </p:spTree>
    <p:extLst>
      <p:ext uri="{BB962C8B-B14F-4D97-AF65-F5344CB8AC3E}">
        <p14:creationId xmlns:p14="http://schemas.microsoft.com/office/powerpoint/2010/main" val="35629844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C8B4E43-65D5-4983-8E3C-02D29C34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파일별 함수 표 찾기 1/6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D3981BF-5CB7-4E42-B528-E488E1DA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슬라이드 번호로 이동한 뒤 파일 상단의 경로와 표의 줄 번호를 사용합니다.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52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8572500"/>
                <a:gridCol w="1143000"/>
                <a:gridCol w="1524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파일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정의 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슬라이드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59055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firmware/DF_Main/DF_Main.ino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firmware/DF_Main/src/BobbinMotor.cpp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firmware/DF_Main/src/DF_Main_Application.cpp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firmware/DF_Main/src/DF_Main_State.cpp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33–39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firmware/DF_Main/src/Diag.cpp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firmware/DF_Main/src/Eeprom.cpp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41–42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firmware/DF_Main/src/Encoder.cpp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43–44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AB2EE8B-4AD9-41E1-8FA3-1EC76C04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963C3BB-8685-4264-A9FB-7CE5EBAE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24 / 140</a:t>
            </a:r>
          </a:p>
        </p:txBody>
      </p:sp>
    </p:spTree>
    <p:extLst>
      <p:ext uri="{BB962C8B-B14F-4D97-AF65-F5344CB8AC3E}">
        <p14:creationId xmlns:p14="http://schemas.microsoft.com/office/powerpoint/2010/main" val="42679303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2C35320-0C9D-4381-8F49-B8333656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파일별 함수 표 찾기 2/6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48F7427-AB52-4F62-BEF8-4494D237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슬라이드 번호로 이동한 뒤 파일 상단의 경로와 표의 줄 번호를 사용합니다.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52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8572500"/>
                <a:gridCol w="1143000"/>
                <a:gridCol w="1524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파일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정의 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슬라이드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59055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firmware/DF_Main/src/ENow.cpp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45–46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firmware/DF_Main/src/FileSys.cpp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firmware/DF_Main/src/Led.cpp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48–49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firmware/DF_Main/src/LmMotor.cpp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firmware/DF_Main/src/modules/DF_Main_CommandRouter.cpp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51–56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firmware/DF_Main/src/modules/DF_Main_Communication.cpp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57–61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firmware/DF_Main/src/modules/DF_Main_DeviceCheck.cpp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62–64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CD8E629-FA66-423F-B926-3F384B9A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CF846A2-0444-4C09-BB93-32AB8180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25 / 140</a:t>
            </a:r>
          </a:p>
        </p:txBody>
      </p:sp>
    </p:spTree>
    <p:extLst>
      <p:ext uri="{BB962C8B-B14F-4D97-AF65-F5344CB8AC3E}">
        <p14:creationId xmlns:p14="http://schemas.microsoft.com/office/powerpoint/2010/main" val="110133109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55EC26B-45DE-4094-9534-AA411B40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파일별 함수 표 찾기 3/6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3F07454-3EE8-43D7-8C8C-EF6FC99F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슬라이드 번호로 이동한 뒤 파일 상단의 경로와 표의 줄 번호를 사용합니다.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52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8572500"/>
                <a:gridCol w="1143000"/>
                <a:gridCol w="1524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파일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정의 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슬라이드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59055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firmware/DF_Main/src/modules/DF_Main_Diagnostics.cpp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65–72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firmware/DF_Main/src/modules/DF_Main_GameControl.cpp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73–85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firmware/DF_Main/src/modules/DF_Main_LedControl.cpp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86–87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firmware/DF_Main/src/modules/DF_Main_LmWireControl.cpp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88–93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firmware/DF_Main/src/modules/DF_Main_RodOtaRelay.cpp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firmware/DF_Main/src/modules/DF_Main_Scheduler.cpp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95–105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firmware/DF_Main/src/Potentiometer.cpp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106–107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4A1A6A6-D0EF-4357-9C63-7BDAD690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B367640-D610-4E63-A84C-8F6EF217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26 / 140</a:t>
            </a:r>
          </a:p>
        </p:txBody>
      </p:sp>
    </p:spTree>
    <p:extLst>
      <p:ext uri="{BB962C8B-B14F-4D97-AF65-F5344CB8AC3E}">
        <p14:creationId xmlns:p14="http://schemas.microsoft.com/office/powerpoint/2010/main" val="88452143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1D5FEAE-916D-40DB-96CE-256E8397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파일별 함수 표 찾기 4/6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6C8350F-55B8-4954-A838-C418E8A7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슬라이드 번호로 이동한 뒤 파일 상단의 경로와 표의 줄 번호를 사용합니다.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52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8572500"/>
                <a:gridCol w="1143000"/>
                <a:gridCol w="1524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파일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정의 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슬라이드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59055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firmware/DF_Main/src/ServoMotor.cpp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firmware/DF_Rod/DF_Rod.ino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firmware/DF_Rod/src/Battery.cpp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firmware/DF_Rod/src/DF_Rod_Application.cpp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firmware/DF_Rod/src/DF_Rod_State.cpp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firmware/DF_Rod/src/EB_IMU.cpp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113–116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firmware/DF_Rod/src/Encoder.cpp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07CC1CB-AF38-4F5A-B856-008FE853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3A9D2F8-C9EC-4F95-B4CD-74EACDCE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27 / 140</a:t>
            </a:r>
          </a:p>
        </p:txBody>
      </p:sp>
    </p:spTree>
    <p:extLst>
      <p:ext uri="{BB962C8B-B14F-4D97-AF65-F5344CB8AC3E}">
        <p14:creationId xmlns:p14="http://schemas.microsoft.com/office/powerpoint/2010/main" val="78091154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AA12012-9342-4478-A95A-40F63839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파일별 함수 표 찾기 5/6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AB7D950-B767-4A9D-9B28-259F91D5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슬라이드 번호로 이동한 뒤 파일 상단의 경로와 표의 줄 번호를 사용합니다.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52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8572500"/>
                <a:gridCol w="1143000"/>
                <a:gridCol w="1524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파일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정의 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슬라이드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59055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firmware/DF_Rod/src/ENow.cpp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118–119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firmware/DF_Rod/src/modules/DF_Rod_BatteryMonitor.cpp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firmware/DF_Rod/src/modules/DF_Rod_Communication.cpp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121–124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firmware/DF_Rod/src/modules/DF_Rod_Ota.cpp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125–126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firmware/DF_Rod/src/modules/DF_Rod_PowerAndImu.cpp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firmware/DF_Rod/src/modules/DF_Rod_Registration.cpp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128–129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firmware/DF_Rod/src/modules/DF_Rod_SchedulerAndInput.cpp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130–131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0B2B797-802F-4CC0-9AB4-C8C75BAE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45D28B5-8DB7-47A5-B9BD-A2CF3A7A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28 / 140</a:t>
            </a:r>
          </a:p>
        </p:txBody>
      </p:sp>
    </p:spTree>
    <p:extLst>
      <p:ext uri="{BB962C8B-B14F-4D97-AF65-F5344CB8AC3E}">
        <p14:creationId xmlns:p14="http://schemas.microsoft.com/office/powerpoint/2010/main" val="59231371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0D80E5C-D9C8-4429-86CB-4AEAB23D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파일별 함수 표 찾기 6/6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43FD98B-9D84-4593-AD68-523BB4A5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슬라이드 번호로 이동한 뒤 파일 상단의 경로와 표의 줄 번호를 사용합니다.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31623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8572500"/>
                <a:gridCol w="1143000"/>
                <a:gridCol w="1524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파일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정의 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슬라이드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firmware/DF_Rod/src/modules/DF_Rod_SetupProtocol.cpp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132–134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firmware/DF_Rod/src/Potentiometer.cpp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firmware/DF_Rod/src/SwitchButton.cpp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libraries/DFProtocol/src/DFProtocol.cpp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137–138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CB40632-32BC-4764-819E-DF686416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F91C0AB-EAC6-47E0-9BC5-7B548C98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29 / 140</a:t>
            </a:r>
          </a:p>
        </p:txBody>
      </p:sp>
    </p:spTree>
    <p:extLst>
      <p:ext uri="{BB962C8B-B14F-4D97-AF65-F5344CB8AC3E}">
        <p14:creationId xmlns:p14="http://schemas.microsoft.com/office/powerpoint/2010/main" val="84444684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DD32055-84B7-481B-8D6B-61048030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· DF_Main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69318C5-FD8F-49C6-BE51-6BDD2064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firmware/DF_Main/DF_Main.ino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1790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Arduino 초기화를 대상 Application_Setup에 위임.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Arduino 반복 실행을 대상 Application_Loop에 위임.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9D7004E-D22E-4753-BDEF-24C559D0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8498094-6FBA-4794-A244-8FD3B206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30 / 140</a:t>
            </a:r>
          </a:p>
        </p:txBody>
      </p:sp>
    </p:spTree>
    <p:extLst>
      <p:ext uri="{BB962C8B-B14F-4D97-AF65-F5344CB8AC3E}">
        <p14:creationId xmlns:p14="http://schemas.microsoft.com/office/powerpoint/2010/main" val="43996853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C714F34-11D1-4012-B8AF-130DF11E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· BobbinMotor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0529090-95C2-4D9C-B445-4C3D0EC2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firmware/DF_Main/src/BobbinMotor.cpp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38481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BobbinMotor::​BobbinMotor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생성자; 별도 초기화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BobbinMotor::​init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BLDC 방향 핀과 PWM 채널을 초기화.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BobbinMotor::​onBldcString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문자열의 방향·출력을 해석해 BLDC 제어.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BobbinMotor::​onBldc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방향·출력 제한을 적용해 보빈 BLDC 구동.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BobbinMotor::​offBldc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보빈 BLDC PWM과 방향 출력을 정지.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2FE23BF-5F69-40A6-99FC-D19D7232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29E9E0F-D5D4-478B-8DF1-02FB0A0B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31 / 140</a:t>
            </a:r>
          </a:p>
        </p:txBody>
      </p:sp>
    </p:spTree>
    <p:extLst>
      <p:ext uri="{BB962C8B-B14F-4D97-AF65-F5344CB8AC3E}">
        <p14:creationId xmlns:p14="http://schemas.microsoft.com/office/powerpoint/2010/main" val="176288550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B9FC74E-B7D2-455F-94A8-F163E4B6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진입점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DB0F29A-5841-46F4-97D2-076A1237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firmware/DF_Main/src/DF_Main_Application.cpp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1790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DF_​Main_​Application_​Setup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 설정·통신·출력을 초기화하고 GPIO/100µs 타이머 ISR 등록.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DF_​Main_​Application_​Loop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입력→USB/무선 수신→주기 제어 순서로 실행.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DE5B9A4-EB8C-491F-B14D-EADE17E9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4725CE8-6887-433B-8830-B8F8A0E7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32 / 140</a:t>
            </a:r>
          </a:p>
        </p:txBody>
      </p:sp>
    </p:spTree>
    <p:extLst>
      <p:ext uri="{BB962C8B-B14F-4D97-AF65-F5344CB8AC3E}">
        <p14:creationId xmlns:p14="http://schemas.microsoft.com/office/powerpoint/2010/main" val="153833940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3B35AB7-C2EE-4D05-8555-46C4AEEC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공용 상태·출력  1/7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62E2944-696F-4B41-AB1F-8F467819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firmware/DF_Main/src/DF_Main_State.cpp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esp_​soft_​reset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ESP.restart()로 소프트웨어 재부팅.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2146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esp_​hard_​reset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별도 하드웨어 리셋 없이 소프트웨어 리셋 함수 호출.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SerialPortEnable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USB Serial을 시작하고 수신 버퍼·읽기 timeout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2157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SerialPortDisable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USB Serial을 종료하고 관련 핀을 입력으로 전환.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2169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SerialPortPinInput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USB 관련 핀을 입력 상태로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2181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hex2asc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정수의 16진수 자릿값을 문자 버퍼에 기록.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C7A3D8C-0D52-4E68-B80F-BBAF85DB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39B5E58-B172-4DA3-9BFA-B19D73DE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33 / 140</a:t>
            </a:r>
          </a:p>
        </p:txBody>
      </p:sp>
    </p:spTree>
    <p:extLst>
      <p:ext uri="{BB962C8B-B14F-4D97-AF65-F5344CB8AC3E}">
        <p14:creationId xmlns:p14="http://schemas.microsoft.com/office/powerpoint/2010/main" val="34451975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2AEF968-7338-405D-938D-C67F80CF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공용 상태·출력  2/7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B28A589-F89C-4851-AFDB-060B1824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firmware/DF_Main/src/DF_Main_State.cpp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HexDump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바이트 버퍼를 16진수 문자열로 나누어 로그 출력.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debugPort_​Off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디버그 출력 핀을 OFF 수준으로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2239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debugPort_​On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디버그 출력 핀을 ON 수준으로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subAC_​Off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보조 AC 제어 핀을 OFF 수준으로 출력.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subAC_​On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보조 AC 제어 핀을 ON 수준으로 출력.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2263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DC24V_​B_​off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2273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3A56CD-5366-484F-9377-2B8F4CCC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5E79AD1-57A1-49A3-BC1A-9DAF07B4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34 / 140</a:t>
            </a:r>
          </a:p>
        </p:txBody>
      </p:sp>
    </p:spTree>
    <p:extLst>
      <p:ext uri="{BB962C8B-B14F-4D97-AF65-F5344CB8AC3E}">
        <p14:creationId xmlns:p14="http://schemas.microsoft.com/office/powerpoint/2010/main" val="38307678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A14FB27-E762-4A5E-9C88-ABE9C155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공용 상태·출력  3/7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D5CF0AF-D391-4F2F-871A-242AB698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firmware/DF_Main/src/DF_Main_State.cpp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ledoff_​BoardLedAllOff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Main 보드 상태 LED를 모두 소등.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2279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ledOff_​MbCent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중앙 외부 LED를 소등.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2287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ledOff_​MbBtm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하부 외부 LED를 소등.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2292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ledOff_​OptLeft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왼쪽 옵션 LED를 소등.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2297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ledOff_​OptRight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오른쪽 옵션 LED를 소등.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2302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extLed_​AllOff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중앙·하부·좌우 옵션 LED 소등 함수를 호출.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2308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F6E8E06-7EDF-4601-9A1B-C9609F96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5EC66DB-865D-44A7-B8E9-632840F6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35 / 140</a:t>
            </a:r>
          </a:p>
        </p:txBody>
      </p:sp>
    </p:spTree>
    <p:extLst>
      <p:ext uri="{BB962C8B-B14F-4D97-AF65-F5344CB8AC3E}">
        <p14:creationId xmlns:p14="http://schemas.microsoft.com/office/powerpoint/2010/main" val="40995435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6BDE980-5521-4723-9D46-285BFD7D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공용 상태·출력  4/7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D465D42-B867-4FD8-8F64-1FFE1982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firmware/DF_Main/src/DF_Main_State.cpp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extLed_​controlOff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LED 반복 제어 허용 플래그를 해제.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2317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ledOn_​MbBtm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하부 외부 LED를 지정 밝기로 점등.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2327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torqOff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토크모터 출력을 0으로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2334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torqDefault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토크모터 출력을 현재 기본값으로 복귀.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2339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GetDefValue4torqMotor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사용할 토크모터 기본 출력값 반환.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2346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servoDefault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2351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7B16F38-9736-4D09-9961-318668DA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3F8B302-E820-4234-871D-0BD79CEE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36 / 140</a:t>
            </a:r>
          </a:p>
        </p:txBody>
      </p:sp>
    </p:spTree>
    <p:extLst>
      <p:ext uri="{BB962C8B-B14F-4D97-AF65-F5344CB8AC3E}">
        <p14:creationId xmlns:p14="http://schemas.microsoft.com/office/powerpoint/2010/main" val="51765251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B6337B8-1C24-41F1-A306-D28FCCFD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공용 상태·출력  5/7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0674B6B-F94F-4323-BD3A-F04C9C20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firmware/DF_Main/src/DF_Main_State.cpp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bbnBldcOff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보빈 BLDC 드라이버의 정지 함수 호출.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2355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lmMotOff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2361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breakMotorOff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Rod로 브레이크 출력 정지 명령 전송.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2366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motor_​AllOff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Main 모터 정지/기본 위치 처리 함수를 묶어 호출.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2375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motor_​AllDefault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토크 기본 출력과 나머지 모터 정지 처리.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2385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led_​AllOff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LED와 보드 LED를 모두 소등.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2394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BD185DE-4DE8-404E-94FE-3104C068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0A8E1C1-9717-4F77-977A-C2AAAF5C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37 / 140</a:t>
            </a:r>
          </a:p>
        </p:txBody>
      </p:sp>
    </p:spTree>
    <p:extLst>
      <p:ext uri="{BB962C8B-B14F-4D97-AF65-F5344CB8AC3E}">
        <p14:creationId xmlns:p14="http://schemas.microsoft.com/office/powerpoint/2010/main" val="38270236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4B8EB83-BA21-494F-B677-88A9FBAB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공용 상태·출력  6/7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A94E4E1-D6BF-4D1E-A1A1-17C1EB5B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firmware/DF_Main/src/DF_Main_State.cpp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output_​AllOff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Main 모터와 외부/보드 LED를 일괄 정지.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reelOut_​AllOff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Rod에 릴 출력 전체 정지 명령 전송.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reelOut_​AllOff_​ForceStep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fillZero2String5Char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부호·자릿수 규칙에 맞춰 0 채움 고정 길이 문자열 생성.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stringSign6Char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부호·자릿수 규칙에 맞춰 0 채움 고정 길이 문자열 생성.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fillZero2String3Char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부호·자릿수 규칙에 맞춰 0 채움 고정 길이 문자열 생성.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FD46B95-32C0-4FE1-B14D-F187B8C0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909D2D9-4BB6-4BA1-8C33-1C8E007C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38 / 140</a:t>
            </a:r>
          </a:p>
        </p:txBody>
      </p:sp>
    </p:spTree>
    <p:extLst>
      <p:ext uri="{BB962C8B-B14F-4D97-AF65-F5344CB8AC3E}">
        <p14:creationId xmlns:p14="http://schemas.microsoft.com/office/powerpoint/2010/main" val="31171998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10DB0DD-C4A9-42C0-8B11-6137E1C0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공용 상태·출력  7/7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D7A84E5-6A7A-47DF-8F4B-675B3741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firmware/DF_Main/src/DF_Main_State.cpp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31623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fillZero2StringSign4Char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부호·자릿수 규칙에 맞춰 0 채움 고정 길이 문자열 생성.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fillZero4Char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부호·자릿수 규칙에 맞춰 0 채움 고정 길이 문자열 생성.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fillZero2StringSign6Char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부호·자릿수 규칙에 맞춰 0 채움 고정 길이 문자열 생성.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StringFormat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snprintf 형식으로 정수를 문자열 버퍼에 변환.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2642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F491951-65D7-4F3B-91B5-0259C385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0865EC4-78E3-4003-A893-12D698D4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39 / 140</a:t>
            </a:r>
          </a:p>
        </p:txBody>
      </p:sp>
    </p:spTree>
    <p:extLst>
      <p:ext uri="{BB962C8B-B14F-4D97-AF65-F5344CB8AC3E}">
        <p14:creationId xmlns:p14="http://schemas.microsoft.com/office/powerpoint/2010/main" val="60631404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0637906-14F3-4C60-8A04-DFC0D11E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· Diag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EEFF0B5-BF45-47F0-BABD-5382CED4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firmware/DF_Main/src/Diag.cpp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1790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mDiag_​entry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진단 모드에 들어가 모터·LED 반복 제어를 정지.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mDiag_​exit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진단 플래그를 해제하고 LED 기본 제어 복귀.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D6B94D7-596F-471D-BA85-ABE7D3A0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2091933-848E-42FC-9065-85B42D00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40 / 140</a:t>
            </a:r>
          </a:p>
        </p:txBody>
      </p:sp>
    </p:spTree>
    <p:extLst>
      <p:ext uri="{BB962C8B-B14F-4D97-AF65-F5344CB8AC3E}">
        <p14:creationId xmlns:p14="http://schemas.microsoft.com/office/powerpoint/2010/main" val="4394173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8B69C24-2C61-41F9-98CF-8400CB14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· Eeprom  1/2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BDE0345-88A1-4E67-A7AF-A1C83AD9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firmware/DF_Main/src/Eeprom.cpp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Eeprom::​Eeprom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생성자; 별도 초기화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Eeprom::​init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EEPROM용 I²C 통신 초기화.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Eeprom::​cReadSend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위치 기준 I²C 읽기 요청.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Eeprom::​readSend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EEPROM 주소를 지정하고 읽기 요청.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Eeprom::​read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수신된 EEPROM 데이터를 호출자 버퍼로 복사.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Eeprom::​buffSave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수신 EEPROM 데이터를 내부 버퍼에 저장.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7747113-6A37-47C9-8AAC-1D93FAF8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CDCA9ED-258C-495A-BB8B-0D9A3D38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41 / 140</a:t>
            </a:r>
          </a:p>
        </p:txBody>
      </p:sp>
    </p:spTree>
    <p:extLst>
      <p:ext uri="{BB962C8B-B14F-4D97-AF65-F5344CB8AC3E}">
        <p14:creationId xmlns:p14="http://schemas.microsoft.com/office/powerpoint/2010/main" val="76231195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DFB28B0-18F1-4DFD-ABB3-EB892822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· Eeprom  2/2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3A34F32-9350-46F0-9823-79F16FF8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firmware/DF_Main/src/Eeprom.cpp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38481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Eeprom::​grazingGeddong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EEPROM 바이트를 16진수 로그로 표시.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Eeprom::​nib2char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4-bit 값을 16진수 문자로 변환.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Eeprom::​writeSend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Eeprom::​write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EEPROM 주소·페이지 조건에 맞춰 I²C 데이터 기록.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Eeprom::​checksum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8606F50-B348-44A2-A4B5-51C78B4D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6E3D730-5AF7-478A-ACFD-5986BE36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42 / 140</a:t>
            </a:r>
          </a:p>
        </p:txBody>
      </p:sp>
    </p:spTree>
    <p:extLst>
      <p:ext uri="{BB962C8B-B14F-4D97-AF65-F5344CB8AC3E}">
        <p14:creationId xmlns:p14="http://schemas.microsoft.com/office/powerpoint/2010/main" val="60369435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326C985-8C41-4874-B47B-6042AE7A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· Encoder  1/2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1173C5D-7AE9-4A8E-B83D-1FC8100A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firmware/DF_Main/src/Encoder.cpp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Encoder::​Encoder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생성자; 별도 초기화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Encoder::​init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엔코더 입력 초기화 및 이전 핀 상태 저장.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Encoder::​setRotateCallback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엔코더 상태 변경 콜백 함수 포인터 등록.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Encoder::​rotate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엔코더 입력 변화에서 보빈 방향·카운트 계산.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Encoder::​fillZero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엔코더 값을 0 채움 문자열로 변환.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Encoder::​setBbnCnt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보빈 카운트 기준값을 설정하고 로그 출력.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707E909-321C-4E2D-A458-A9D50B9D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4CBB482-0B99-4DD0-80CA-B272EA3D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43 / 140</a:t>
            </a:r>
          </a:p>
        </p:txBody>
      </p:sp>
    </p:spTree>
    <p:extLst>
      <p:ext uri="{BB962C8B-B14F-4D97-AF65-F5344CB8AC3E}">
        <p14:creationId xmlns:p14="http://schemas.microsoft.com/office/powerpoint/2010/main" val="79836345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600E8DF-A081-479D-AD02-163D6D95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· Encoder  2/2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654DFD-531F-40D7-91BD-A2CDB4FE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firmware/DF_Main/src/Encoder.cpp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1104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Encoder::​setLmCnt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 카운트 기준값을 설정하고 로그 출력.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3E10573-1B9D-4897-9AF1-944A3591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09D92B4-E6C6-4634-B621-1CC64422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44 / 140</a:t>
            </a:r>
          </a:p>
        </p:txBody>
      </p:sp>
    </p:spTree>
    <p:extLst>
      <p:ext uri="{BB962C8B-B14F-4D97-AF65-F5344CB8AC3E}">
        <p14:creationId xmlns:p14="http://schemas.microsoft.com/office/powerpoint/2010/main" val="164794082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854029F-9042-4676-B1D0-BF2FFD81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· ENow  1/2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6AB3B53-8C51-418B-98C4-E3BE91D7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firmware/DF_Main/src/ENow.cpp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ENow::​ENow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생성자; 별도 초기화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ENow::​init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Wi-Fi/ESP-NOW와 대상 peer·수신 콜백 초기화.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ENow::​bindTargetAddress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저장된 대상 주소 문자열을 통신 주소 배열로 변환.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ENow::​write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문자 PID/payload를 등록 대상에 ESP-NOW로 송신.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ENow::​writeRaw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길이를 확인하고 binary frame을 등록 대상에 송신.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ENow::​writeBC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 절차용 문자 메시지를 broadcast로 송신.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D97EA05-5BE0-42BC-AD0D-DE5B5474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6D7196F-C9B3-4F95-AF24-316CEE82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45 / 140</a:t>
            </a:r>
          </a:p>
        </p:txBody>
      </p:sp>
    </p:spTree>
    <p:extLst>
      <p:ext uri="{BB962C8B-B14F-4D97-AF65-F5344CB8AC3E}">
        <p14:creationId xmlns:p14="http://schemas.microsoft.com/office/powerpoint/2010/main" val="129918438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FD734EC-864F-4CA2-9E45-A15D574C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· ENow  2/2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9A47C31-57D6-4766-93F1-C734F3DB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firmware/DF_Main/src/ENow.cpp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38481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ENow::​getMyAddress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장치의 무선 주소를 문자열로 반환.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ENow::​getTargetAddress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SPIFFS에서 등록된 대상 주소 문자열 읽기.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ENow::​setTargetAddress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등록할 대상 주소 문자열을 SPIFFS에 기록.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262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ENow::​isTargetAddressOk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대상 주소의 유효 조건 검사.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ENow::​addPeerAddress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지정 주소를 ESP-NOW peer로 추가.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297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04D8C7E-6F49-4E95-B3B6-16F7711B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3FC1987-9A10-472C-AF43-36036D94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46 / 140</a:t>
            </a:r>
          </a:p>
        </p:txBody>
      </p:sp>
    </p:spTree>
    <p:extLst>
      <p:ext uri="{BB962C8B-B14F-4D97-AF65-F5344CB8AC3E}">
        <p14:creationId xmlns:p14="http://schemas.microsoft.com/office/powerpoint/2010/main" val="191181638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52FB08B-E84B-4BC6-AE28-7C2BB528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· FileSys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2984F66-EA94-486D-A037-1C855274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firmware/DF_Main/src/FileSys.cpp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FileSys::​FileSys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생성자; 별도 초기화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FileSys::​init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SPIFFS 마운트; 실패 시 포맷·재부팅.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FileSys::​getInfo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종류에 맞는 저장 파일을 읽고 값 형식 확인.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FileSys::​isNumeric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문자열의 숫자 형식 여부 검사.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FileSys::​saveInfo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종류에 맞는 설정 파일에 값을 기록.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FileSys::​deleteInfo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종류에 맞는 설정 파일 제거.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6D5B7D4-A815-4EC0-A552-A5A4E111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7C1B120-9533-4FEC-BD64-89FBB6BF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47 / 140</a:t>
            </a:r>
          </a:p>
        </p:txBody>
      </p:sp>
    </p:spTree>
    <p:extLst>
      <p:ext uri="{BB962C8B-B14F-4D97-AF65-F5344CB8AC3E}">
        <p14:creationId xmlns:p14="http://schemas.microsoft.com/office/powerpoint/2010/main" val="74872425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4CCE103-D849-4D55-97EF-89410101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· Led  1/2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9B90A6A-52C9-495C-9AF7-5C8B0544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firmware/DF_Main/src/Led.cpp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Led::​Led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생성자; 별도 초기화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Led::​init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LED 채널을 초기화하고 출력 매핑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Led::​LedCallback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LED 변경 콜백 포인터 등록.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Led::​on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LED 위치와 밝기를 검증해 출력.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Led::​RGBon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지정 위치의 RGB 채널 출력값 적용.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Led::​off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지정 LED 위치의 출력값을 0으로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4F44F6E-0E81-45FD-8E5C-6694710A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7BE4E98-5E58-482C-B57E-BF46F73D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48 / 140</a:t>
            </a:r>
          </a:p>
        </p:txBody>
      </p:sp>
    </p:spTree>
    <p:extLst>
      <p:ext uri="{BB962C8B-B14F-4D97-AF65-F5344CB8AC3E}">
        <p14:creationId xmlns:p14="http://schemas.microsoft.com/office/powerpoint/2010/main" val="107896223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85BB9D9-39FC-4FAA-9EC7-DBAC40B6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· Led  2/2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26F69E3-8661-4C11-BAE3-C19435E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firmware/DF_Main/src/Led.cpp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1104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Led::​blink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04F94EB-C14C-4FBB-81F9-6B6EE7BA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5DC2630-8AED-40B2-8987-2F27B510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49 / 140</a:t>
            </a:r>
          </a:p>
        </p:txBody>
      </p:sp>
    </p:spTree>
    <p:extLst>
      <p:ext uri="{BB962C8B-B14F-4D97-AF65-F5344CB8AC3E}">
        <p14:creationId xmlns:p14="http://schemas.microsoft.com/office/powerpoint/2010/main" val="226703298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3C58705-2D94-409A-A5BF-C101F2FC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· LmMotor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625E813-773C-4364-8564-51F52695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firmware/DF_Main/src/LmMotor.cpp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38481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LmMotor::​LmMotor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생성자; 별도 초기화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LmMotor::​init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LmMotor::​onBldcString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LmMotor::​onBldc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LmMotor::​offBldc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28FA848-94D4-4262-9C6F-FC8D96D3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5090090-F569-4C25-8586-E2EEADE4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50 / 140</a:t>
            </a:r>
          </a:p>
        </p:txBody>
      </p:sp>
    </p:spTree>
    <p:extLst>
      <p:ext uri="{BB962C8B-B14F-4D97-AF65-F5344CB8AC3E}">
        <p14:creationId xmlns:p14="http://schemas.microsoft.com/office/powerpoint/2010/main" val="1509177127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33815EC-FC15-43AF-B2EA-8592CB53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명령 분배  1/6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F937EBA-03E0-4A49-A210-90CB292C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firmware/DF_Main/src/modules/DF_Main_CommandRouter.cpp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ana_​TestExecution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 시험 문자열을 분기해 요청 동작 실행.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analedContCmd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LED 위치·동작·시간 인자를 해석해 LED 제어 시작.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anaRanding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랜딩 명령을 해석하고 랜딩 상태기계 시작.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anaFastHold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빠른 버티기 명령의 설정값과 실행 플래그 갱신.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anaFastComboBtn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버튼 조합 명령의 설정값과 실행 플래그 갱신.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sendRodVrtCmd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진동 반복 횟수·ON/OFF 시간을 Rod 명령으로 직렬화.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D9E2C05-761A-419C-B0D7-8FA695B2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7BA6D96-C996-49D7-BD13-3EB626A7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51 / 140</a:t>
            </a:r>
          </a:p>
        </p:txBody>
      </p:sp>
    </p:spTree>
    <p:extLst>
      <p:ext uri="{BB962C8B-B14F-4D97-AF65-F5344CB8AC3E}">
        <p14:creationId xmlns:p14="http://schemas.microsoft.com/office/powerpoint/2010/main" val="1747401335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53BD863-4DB4-40E8-8EDE-6F733842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명령 분배  2/6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DEBD0DD-5B7D-4672-BCDE-E428CDDD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firmware/DF_Main/src/modules/DF_Main_CommandRouter.cpp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sendRodBtnLedCmd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버튼 위치·반복·시간을 Rod LED 명령으로 직렬화.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lmFish_​3Level_​Set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 세기를 LM용 3단계 물고기 레벨로 변환.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lmReturnOrHome_​Start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 현재 위치에 따라 복귀 또는 홈 처리 선택.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wireHomeControl_​Start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와이어 홈 제어 시작 플래그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wireHomeControl_​Stop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와이어 홈 제어 실행 플래그 해제.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441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wireHome_​Control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84C8F55-C4F1-4A93-811A-4394C10F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E6C87DA-B960-49A8-832E-3F7E615E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52 / 140</a:t>
            </a:r>
          </a:p>
        </p:txBody>
      </p:sp>
    </p:spTree>
    <p:extLst>
      <p:ext uri="{BB962C8B-B14F-4D97-AF65-F5344CB8AC3E}">
        <p14:creationId xmlns:p14="http://schemas.microsoft.com/office/powerpoint/2010/main" val="1754621105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6E3E98A-161C-4411-9F63-0923E906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명령 분배  3/6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09B5E09-1C87-4F5C-8913-223C4399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firmware/DF_Main/src/modules/DF_Main_CommandRouter.cpp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setWireHome_​EncCnt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보빈 홈 기준 카운트와 ISR 공유 위치를 동기화.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453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anaGameStatusWAT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게임 상태 요청에 맞춰 대기 토크·홈·Rod 출력을 조정.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stbyTorOffStop_​Check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대기 상태가 아니면 자동 토크 OFF 제어 중지.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637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anaGameStatus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게임 상태를 해석하고 Bite/Hit/Hold/종료 플래그 전환.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anaDeviceInfoReq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버전·설정·저장 정보 종류를 구분해 AP에 응답.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anaGameEnbOver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게임 허용/종료 요청에 따라 출력과 상태 전환.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478D3D9-0138-45BE-8E46-92791EBC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D03FC03-E5E8-4395-8A1A-CB3369B8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53 / 140</a:t>
            </a:r>
          </a:p>
        </p:txBody>
      </p:sp>
    </p:spTree>
    <p:extLst>
      <p:ext uri="{BB962C8B-B14F-4D97-AF65-F5344CB8AC3E}">
        <p14:creationId xmlns:p14="http://schemas.microsoft.com/office/powerpoint/2010/main" val="2093871608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30E009C-8340-47E3-B1E5-5FC1DC19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명령 분배  4/6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829631F-C7C7-4698-9185-85A1554C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firmware/DF_Main/src/modules/DF_Main_CommandRouter.cpp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apAlive_​Check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 응답 timeout을 검사하고 단절 시 출력 정지.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send2RodAlive_​CntCheck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주기 카운터에 따라 Rod alive 조회 전송.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rodRegistToStop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 등록 timeout 상태를 정지.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rodRegistToStart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 등록 timeout 감시를 시작.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1195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rodRegi3secToStart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 완료 후 지연 종료/재부팅 상태를 시작.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rodRegistToControl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 단계별 timeout·취소·종료를 처리.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D7067A6-CD58-4EDA-A344-D4052FAE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BAA04DF-060C-4E8B-8DD1-AA5EF200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54 / 140</a:t>
            </a:r>
          </a:p>
        </p:txBody>
      </p:sp>
    </p:spTree>
    <p:extLst>
      <p:ext uri="{BB962C8B-B14F-4D97-AF65-F5344CB8AC3E}">
        <p14:creationId xmlns:p14="http://schemas.microsoft.com/office/powerpoint/2010/main" val="64991267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5D64F6E-0580-47B5-9873-A5020D89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명령 분배  5/6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B1EBC9E-CD47-49F7-8BD3-27FA5AC4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firmware/DF_Main/src/modules/DF_Main_CommandRouter.cpp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rodRegistCancel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 모드를 해제해 정상 상태로 복귀.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1262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anaRodRegist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 등록 시작/취소 요청을 해석해 등록 상태 전환.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1268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rodRegistExec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 등록 응답을 처리하고 peer·저장 대상 주소 갱신.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1297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tmInput_​BoardElecMonitorExec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보드/전기 입력 감시 실행 플래그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1369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tmInput_​BbnMotorMonitorExec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보빈 입력 감시 항목을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anaTmInputTestReq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진단 요청을 진단 모듈로 전달.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1393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36F35EF-655C-4249-8737-8AEFD8DE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87D8437-C1AF-4987-B060-5AE2D9E9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55 / 140</a:t>
            </a:r>
          </a:p>
        </p:txBody>
      </p:sp>
    </p:spTree>
    <p:extLst>
      <p:ext uri="{BB962C8B-B14F-4D97-AF65-F5344CB8AC3E}">
        <p14:creationId xmlns:p14="http://schemas.microsoft.com/office/powerpoint/2010/main" val="745020395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0374221-781C-47D9-A45F-5BDF5D1E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명령 분배  6/6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2D23416-0396-4B19-8D5A-AD6BD2A5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firmware/DF_Main/src/modules/DF_Main_CommandRouter.cpp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2476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anaTmOutputTestReq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 진단 요청을 진단 모듈로 전달.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anaApInfo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 종류 정보를 해석하고 Rod에 전달.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anaMainAlive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 alive 요청에 응답하고 현재 연결 상태 송신.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969140F-A579-4ECF-924C-1D78384E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1B2855A-32F1-45F9-9291-E64A956C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56 / 140</a:t>
            </a:r>
          </a:p>
        </p:txBody>
      </p:sp>
    </p:spTree>
    <p:extLst>
      <p:ext uri="{BB962C8B-B14F-4D97-AF65-F5344CB8AC3E}">
        <p14:creationId xmlns:p14="http://schemas.microsoft.com/office/powerpoint/2010/main" val="2110389997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4C6E83D-A763-4D16-AC9A-22DE207D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통신·출력 감시  1/5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9A5FBF1-74A8-4597-8375-0095B67D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firmware/DF_Main/src/modules/DF_Main_Communication.cpp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rotateChangeCallback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보빈 엔코더 변화값을 공유 상태/로그에 반영.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sent_​cb_​esp_​now_​sts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송신 완료 상태만 임계영역 내 고정 슬롯에 게시.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DF_​Main_​Communication_​ProcessSendResult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게시된 ESP-NOW 송신 결과를 loop에서 소비하고 실패 로그 출력.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recv_​cb_​esp_​now_​msg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길이를 검사하고 수신 데이터·송신 주소를 고정 슬롯에 복사.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DF_​Main_​Communication_​TakeReceived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임계영역 내 수신 슬롯을 소비하고 길이·송신 주소·오류 횟수 반환.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battLevelSet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 배터리 문자열에서 상태·잔량을 추출.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732A232-D0A3-4BFA-B759-B97065E8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E36E82D-9290-442B-B094-A6926C17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57 / 140</a:t>
            </a:r>
          </a:p>
        </p:txBody>
      </p:sp>
    </p:spTree>
    <p:extLst>
      <p:ext uri="{BB962C8B-B14F-4D97-AF65-F5344CB8AC3E}">
        <p14:creationId xmlns:p14="http://schemas.microsoft.com/office/powerpoint/2010/main" val="1230915121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EC57D45-C0CE-43FC-A3CD-8EF5EFDB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통신·출력 감시  2/5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DEC32B9-EBEE-4AF4-9100-4393A424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firmware/DF_Main/src/modules/DF_Main_Communication.cpp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setRod_​Connected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 연결 상태와 수신 timeout 카운터 갱신.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uartRecvHandlerImp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isParaCheckOk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waveType_​TorqSet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Wave 종류에 맞는 토크·BLDC 목표값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HitType_​TorqSet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물고기 종류에 맞는 Hit 토크값 계산.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isExecBldc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실행 상태에서 BLDC 동작 여부 판정.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6D21C88-3D82-4848-A57F-FE20B5A9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BCBD04C-1DA4-41D6-BD04-DAAE33DD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58 / 140</a:t>
            </a:r>
          </a:p>
        </p:txBody>
      </p:sp>
    </p:spTree>
    <p:extLst>
      <p:ext uri="{BB962C8B-B14F-4D97-AF65-F5344CB8AC3E}">
        <p14:creationId xmlns:p14="http://schemas.microsoft.com/office/powerpoint/2010/main" val="565313834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C58CC23-9DF6-4795-B285-D67463BB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통신·출력 감시  3/5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AA3DD0F-A262-4BB1-9E54-9659214D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firmware/DF_Main/src/modules/DF_Main_Communication.cpp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torqMot_​OffControlStart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토크모터의 지정 시간 후 OFF 상태기계 시작.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torqMot_​OffControlStop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토크모터 자동 OFF 상태기계 정지.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torqMotor_​OffTime_​Control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 시간이 지나면 토크 출력을 끄고 응답.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bbnMotor_​OffTime_​Start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보빈 모터 자동 정지 시간과 상태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bbnMotor_​OffTime_​Control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보빈 동작 timeout을 감시하고 정지·응답.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lmMotor_​OffTime_​Start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7BED820-D4C4-4593-9B72-428C364F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1A85AE2-1AE0-4553-9CA8-CAED8ABA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59 / 140</a:t>
            </a:r>
          </a:p>
        </p:txBody>
      </p:sp>
    </p:spTree>
    <p:extLst>
      <p:ext uri="{BB962C8B-B14F-4D97-AF65-F5344CB8AC3E}">
        <p14:creationId xmlns:p14="http://schemas.microsoft.com/office/powerpoint/2010/main" val="1554088551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DB85E49-D6A6-448E-AF24-219BA2DD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통신·출력 감시  4/5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13ECCF3-B2A0-49A7-8F72-AAD30DD4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firmware/DF_Main/src/modules/DF_Main_Communication.cpp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lmMotor_​OffTime_​Control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clear_​ExecFlag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게임 패턴별 실행 플래그를 일괄 초기화.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execGameOver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게임 실행 플래그를 지우고 Main/Rod 출력 정지.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395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setVal_​Hit_​MainPwr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Hit 요청값을 현재 토크/물고기 설정에 반영.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SetIMU_​Measure_​Out_​OnOff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 IMU 측정 출력 허용 상태 전송.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461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sendSleepEnable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 sleep 허용·시간·식별값을 명령으로 전송.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28A807D-8CFB-4E8C-8A18-4C23BF06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C85D2B0-AC07-4DEC-A49E-D615A626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60 / 140</a:t>
            </a:r>
          </a:p>
        </p:txBody>
      </p:sp>
    </p:spTree>
    <p:extLst>
      <p:ext uri="{BB962C8B-B14F-4D97-AF65-F5344CB8AC3E}">
        <p14:creationId xmlns:p14="http://schemas.microsoft.com/office/powerpoint/2010/main" val="1643472953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8EB6CF7-F35E-4445-B3CA-BAD24FEF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통신·출력 감시  5/5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17DCF26-04D6-4AF3-A9F2-CA37508A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firmware/DF_Main/src/modules/DF_Main_Communication.cpp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1104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sendCurrentStatus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Main/Rod/IMU/배터리 현재 상태를 AP에 송신.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D59119E-5D20-4E4C-A0C8-059364D4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EA7524A-57FB-43C4-98D7-42A81EB6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61 / 140</a:t>
            </a:r>
          </a:p>
        </p:txBody>
      </p:sp>
    </p:spTree>
    <p:extLst>
      <p:ext uri="{BB962C8B-B14F-4D97-AF65-F5344CB8AC3E}">
        <p14:creationId xmlns:p14="http://schemas.microsoft.com/office/powerpoint/2010/main" val="1359234519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9ABD6E2-FF8C-45B8-A011-C842C1BB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준비 검사  1/3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A55A7F9-D648-4F13-8465-B1008B0D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firmware/DF_Main/src/modules/DF_Main_DeviceCheck.cpp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devChkReady_​Control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준비 검사 상태에 따라 보빈/LM 검사와 종료 처리.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resp_​MainBoard_​Ver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Main 펌웨어 버전을 AP에 응답.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devchk_​OkEnd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준비 검사 성공 응답·출력 복귀·대기 제어 요청 처리.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send2resp_​FwSelfControlCmd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펌웨어 자체 제어 명령과 토크값을 AP에 응답.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stringTo3char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정수를 고정 3자리 문자열로 변환.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devChkMsgSend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장치 검사 결과 문자열을 AP에 응답.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A4BEFA1-44A3-49D7-83BF-AC023D04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FF66B44-D8B7-469C-B2B8-F9E8EDCA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62 / 140</a:t>
            </a:r>
          </a:p>
        </p:txBody>
      </p:sp>
    </p:spTree>
    <p:extLst>
      <p:ext uri="{BB962C8B-B14F-4D97-AF65-F5344CB8AC3E}">
        <p14:creationId xmlns:p14="http://schemas.microsoft.com/office/powerpoint/2010/main" val="1917762180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ADF1168-763D-4E60-BA16-9B9472CA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준비 검사  2/3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B0610FB-8AA4-4E34-A2FE-15B2867F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firmware/DF_Main/src/modules/DF_Main_DeviceCheck.cpp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devchk_​bbnAllStart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보빈 전체 검사 시작 상태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devchk_​lmMotStart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devCheckFlagStep_​AllClear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장치 검사 단계와 실행 플래그를 모두 초기화.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devchk_​bbnAll_​Control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BLDC·엔코더·토크모터 검사 단계를 진행하고 결과 보고.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devchk_​lmMot_​Control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devchk_​lmEnc_​Control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0796F7B-A2D1-4C51-B808-3FBE8E20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4322332-5087-4C1C-8388-C02A80AF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63 / 140</a:t>
            </a:r>
          </a:p>
        </p:txBody>
      </p:sp>
    </p:spTree>
    <p:extLst>
      <p:ext uri="{BB962C8B-B14F-4D97-AF65-F5344CB8AC3E}">
        <p14:creationId xmlns:p14="http://schemas.microsoft.com/office/powerpoint/2010/main" val="1741184648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C532BE3-B78C-4E7D-A1F1-4F25D018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준비 검사  3/3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D41F17B-3479-4CFF-8823-044BEB98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firmware/DF_Main/src/modules/DF_Main_DeviceCheck.cpp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1790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devReadyCheck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요청한 장치 준비 검사를 시작.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441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send_​Error_​Clr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장치 오류 해제 응답을 AP에 전송.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8C44F96-57F8-4F35-889B-393BB437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9B1F9F5-6BFA-44BF-BF5E-9BDEAC7D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64 / 140</a:t>
            </a:r>
          </a:p>
        </p:txBody>
      </p:sp>
    </p:spTree>
    <p:extLst>
      <p:ext uri="{BB962C8B-B14F-4D97-AF65-F5344CB8AC3E}">
        <p14:creationId xmlns:p14="http://schemas.microsoft.com/office/powerpoint/2010/main" val="2071105500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F50EF71-E114-440B-B8B8-0C5DDD92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진단  1/8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A496BBE-E0B6-4627-B3F8-7CF2D98D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firmware/DF_Main/src/modules/DF_Main_Diagnostics.cpp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diagInput_​AllOff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보드·모터·기계·전기 입력 진단 플래그 해제.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diagInput_​BoardInAllOff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보드 입력 진단 감시 플래그 해제.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diagInput_​BoardInAllOn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보드 입력 진단 감시 플래그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DiagInput_​MotInAllOff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모터 입력 진단 감시 플래그 해제.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DiagInput_​MotInAllOn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모터 입력 진단 감시 플래그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DiagInput_​MainEcoderInAllOn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모터 입력 진단 감시 플래그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AD7624A-3B88-44A2-827D-D31A2ECA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FA8549A-5361-4AAD-9818-FC696C12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65 / 140</a:t>
            </a:r>
          </a:p>
        </p:txBody>
      </p:sp>
    </p:spTree>
    <p:extLst>
      <p:ext uri="{BB962C8B-B14F-4D97-AF65-F5344CB8AC3E}">
        <p14:creationId xmlns:p14="http://schemas.microsoft.com/office/powerpoint/2010/main" val="839801437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00171F8-C516-46A2-97B6-249E0539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진단  2/8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34582A1-046F-4F3A-B51D-ECE3EBF6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firmware/DF_Main/src/modules/DF_Main_Diagnostics.cpp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DiagInput_​MechaInAllOff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DiagInput_​ElecInAllOff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전기 입력 진단 감시 플래그 해제.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DiagInput_​ElecInAllOn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전기 입력 진단 감시 플래그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diagInput_​Cat0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입력 진단 카테고리 명령 해석·감시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diagIput_​Cat1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보드 입력 진단 카테고리 명령 해석·감시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diagInput_​Cat3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모터 입력 진단 카테고리 명령 해석·감시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B6F0619-1FEB-4387-8DF5-05A411B8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5CF90E0-EE8E-432A-A28F-19F2288C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66 / 140</a:t>
            </a:r>
          </a:p>
        </p:txBody>
      </p:sp>
    </p:spTree>
    <p:extLst>
      <p:ext uri="{BB962C8B-B14F-4D97-AF65-F5344CB8AC3E}">
        <p14:creationId xmlns:p14="http://schemas.microsoft.com/office/powerpoint/2010/main" val="442487462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5930229-5402-41CC-B30D-8A45B42E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진단  3/8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7463F5D-EF15-44E5-A7B7-80309C17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firmware/DF_Main/src/modules/DF_Main_Diagnostics.cpp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diagInput_​Cat5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전기 입력 진단 카테고리 명령 해석·감시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diagInputTest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진단 카테고리별 해석 함수로 전달.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392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diagOutput_​AllOff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보드 출력 진단 초기화 함수 호출.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diagOutput_​BoardOutAllOff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보드 출력 진단 값을 초기화.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setRGBcolor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지정 위치의 RGB 제어 색상값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486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setOutRGBcolor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지정 위치의 실제 출력 RGB 값을 갱신.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26FC607-4988-4715-820F-776DA561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A5D46D2-0FF7-472B-B455-82FDB0D6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67 / 140</a:t>
            </a:r>
          </a:p>
        </p:txBody>
      </p:sp>
    </p:spTree>
    <p:extLst>
      <p:ext uri="{BB962C8B-B14F-4D97-AF65-F5344CB8AC3E}">
        <p14:creationId xmlns:p14="http://schemas.microsoft.com/office/powerpoint/2010/main" val="693204225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4957930-5779-4AE1-9DDC-7D2C2E3B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진단  4/8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C001CF5-F5C5-484C-903D-4F14A6C5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firmware/DF_Main/src/modules/DF_Main_Diagnostics.cpp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diagLmMotor_​TimeoutStart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 진단 출력 timeout 상태 시작.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diagLmMotor_​TimeOutStop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 진단 timeout 상태 정지.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diagLmMotor_​TimeoutControl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 진단 timeout 도달 시 모터 정지.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diagBbnMotor_​TimeoutStart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보빈 진단 출력의 제한 시간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diagBbnMotor_​TimeoutControl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보빈 진단 출력 timeout 감시·정지.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591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daigBbnMotor_​TokTokEnd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보빈 TokTok 시험을 종료하고 BLDC 정지.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234058D-622D-405C-9E0F-83762D0B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968A836-E9DC-4403-A06A-FF1751D7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68 / 140</a:t>
            </a:r>
          </a:p>
        </p:txBody>
      </p:sp>
    </p:spTree>
    <p:extLst>
      <p:ext uri="{BB962C8B-B14F-4D97-AF65-F5344CB8AC3E}">
        <p14:creationId xmlns:p14="http://schemas.microsoft.com/office/powerpoint/2010/main" val="2142679192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B2BE3AD-1BDA-49D7-AE8D-CAFC0C94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진단  5/8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A66894B-C1E5-47C1-8BBC-FA2136DC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firmware/DF_Main/src/modules/DF_Main_Diagnostics.cpp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diagBbnMotor_​TokTokStart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보빈 TokTok 시험 횟수·상태 초기화.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diagBbnMotor_​TokTokControl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보빈 TokTok 시험의 출력·대기 단계를 진행.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653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diagOut_​Cat1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보드 출력 진단 요청을 해석해 직접 출력·제한 시간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diagOut_​Cat3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모터 출력 진단 요청을 해석해 직접 출력·제한 시간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diagOutputTest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 진단 카테고리를 해석해 장치 제어로 전달.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findDiagCode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진단 문자열을 카테고리·코드 항목으로 분리.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8ACDB43-FD46-4C7A-9C09-5D44B354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9F30E55-254F-40E5-9841-E24024EA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69 / 140</a:t>
            </a:r>
          </a:p>
        </p:txBody>
      </p:sp>
    </p:spTree>
    <p:extLst>
      <p:ext uri="{BB962C8B-B14F-4D97-AF65-F5344CB8AC3E}">
        <p14:creationId xmlns:p14="http://schemas.microsoft.com/office/powerpoint/2010/main" val="2047058520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C3F74BF-AEA8-46D4-8D47-18AFA75A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진단  6/8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51E295F-B39E-40B8-8323-F8F1C9D4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firmware/DF_Main/src/modules/DF_Main_Diagnostics.cpp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controlDiagInput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진단 코드 분리 함수를 호출하는 기존 입력 경로.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controlDiagOutput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진단 코드 분리 함수를 호출하는 기존 출력 경로.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diagOutAllOff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진단 중 토크모터와 보빈 모터 정지.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Set_​WaveData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Wave 시험 파라미터를 해석하고 현재 출력값 반영.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Set_​BiteData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Bite 패턴 설정값 해석·갱신.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Set_​HitData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Hit 패턴 설정값 해석·갱신.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520C22F-2016-4C1D-8B3D-7376B7EC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FD4BC2E-DE20-4C03-AA81-3B2C32D4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70 / 140</a:t>
            </a:r>
          </a:p>
        </p:txBody>
      </p:sp>
    </p:spTree>
    <p:extLst>
      <p:ext uri="{BB962C8B-B14F-4D97-AF65-F5344CB8AC3E}">
        <p14:creationId xmlns:p14="http://schemas.microsoft.com/office/powerpoint/2010/main" val="993249148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B6955CF-A8C9-4E12-8F0A-C2DB5E30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진단  7/8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A2B6BB4-5A44-4F8D-AB3B-4BE014CB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firmware/DF_Main/src/modules/DF_Main_Diagnostics.cpp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Set_​BreakData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브레이크 패턴 설정값 해석·갱신.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Set_​ExtledData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LED 허용·디밍 시간·유지 횟수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Set_​BbnTokTokData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보빈 TokTok 출력·반복 파라미터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Set_​TorqAdjValData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토크 보정 파라미터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Set_​LedValue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LED 밝기 및 관련 설정값 해석·갱신.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1976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Set_​TorqHitHoldOn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EEEB2D1-195C-413A-AA1C-FFFC0E1C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BD8974C-F3FB-4576-8A71-013CDE97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71 / 140</a:t>
            </a:r>
          </a:p>
        </p:txBody>
      </p:sp>
    </p:spTree>
    <p:extLst>
      <p:ext uri="{BB962C8B-B14F-4D97-AF65-F5344CB8AC3E}">
        <p14:creationId xmlns:p14="http://schemas.microsoft.com/office/powerpoint/2010/main" val="1092209151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81A01A8-CA42-47C3-A2A7-206F1DE7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진단  8/8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47EC705-88E0-41E3-942A-28A5C2DB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firmware/DF_Main/src/modules/DF_Main_Diagnostics.cpp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38481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Set_​EnbData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제어 기능 허용 플래그 해석·갱신.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subAcOff_​WithOtherOff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보조 AC와 연관 외부 LED를 정지.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2097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CheckAppCmd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 종료 명령 플래그와 경과 시간을 검사.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CheckPowerSwitch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전원 스위치의 현재 제어 조건을 검사.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2123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check_​PowerSwitch_​Change_​10ms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전원 스위치 변화에 맞춰 AC·USB·LED 부팅 상태 전환.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2146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33F0C65-6B28-4479-9AFB-57806786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EABDFE7-A31C-4ECF-9140-22BC65BD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72 / 140</a:t>
            </a:r>
          </a:p>
        </p:txBody>
      </p:sp>
    </p:spTree>
    <p:extLst>
      <p:ext uri="{BB962C8B-B14F-4D97-AF65-F5344CB8AC3E}">
        <p14:creationId xmlns:p14="http://schemas.microsoft.com/office/powerpoint/2010/main" val="64122867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834F1F6-B41D-44E1-8570-B152E2BE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게임 패턴  1/13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EA92F07-60C2-4C23-B9EE-D2AA4B26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firmware/DF_Main/src/modules/DF_Main_GameControl.cpp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apPatternReq_​Bite_​Hold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 Bite/Hold 패턴을 순차 호출.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testHand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 플래그에 따라 Wave/Bite/Hit 결과 처리 호출.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diagInputMonitor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변경을 감시하고 진단 상태를 AP/로그로 출력.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diagInputMotorSensorAllOff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모터 센서 입력 감시 플래그 초기화.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randomNum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지정 범위에 사용할 의사난수 값 계산.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353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biteType_​TorqSet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물고기 종류에 따라 Bite 목표 토크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361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541F48E-C808-439D-AE4D-33DAC324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80B2872-6467-45F1-83FE-5EA533E8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73 / 140</a:t>
            </a:r>
          </a:p>
        </p:txBody>
      </p:sp>
    </p:spTree>
    <p:extLst>
      <p:ext uri="{BB962C8B-B14F-4D97-AF65-F5344CB8AC3E}">
        <p14:creationId xmlns:p14="http://schemas.microsoft.com/office/powerpoint/2010/main" val="953425139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DE56DB7-8E5A-4113-B70A-CAAA357D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게임 패턴  2/13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7FCD28C-A8AF-404F-BA82-F0294AC6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firmware/DF_Main/src/modules/DF_Main_GameControl.cpp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fishKind_​autoFromBreak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브레이크 설정값을 물고기 종류로 환산.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fishKind_​FromKg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물고기 중량에 맞는 종류/레벨 선택.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391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execWave_​servo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Wave 서보 목표 각도와 대기 단계를 진행.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execWave_​torque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Wave 토크 출력의 반복·대기 단계를 진행.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473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execWave_​bbn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토크를 끄고 보빈 BLDC 정·역회전 패턴 실행.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541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execWave_​bbn_​Torq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보빈 BLDC와 토크를 조합한 Wave 패턴 실행.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FDAC3B2-9F03-4442-B681-0FA92D8A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5F62DDA-A496-4412-824E-A3299C32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74 / 140</a:t>
            </a:r>
          </a:p>
        </p:txBody>
      </p:sp>
    </p:spTree>
    <p:extLst>
      <p:ext uri="{BB962C8B-B14F-4D97-AF65-F5344CB8AC3E}">
        <p14:creationId xmlns:p14="http://schemas.microsoft.com/office/powerpoint/2010/main" val="473417806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853A1F7-435B-4B44-98CE-B09CF62F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게임 패턴  3/13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ACCBC73-4353-4A2D-B411-58E535AE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firmware/DF_Main/src/modules/DF_Main_GameControl.cpp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execWave_​torq_​bbn_​Start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토크·보빈 조합 Wave 상태기계 시작.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execWave_​torq_​bbn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토크·보빈 출력과 시간 조건을 교대로 진행.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741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execBite_​servo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execBite_​torque_​justTarget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 토크 도달·유지·복귀 Bite 패턴 실행.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837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execBite_​torque_​incTarget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시간에 따라 토크를 증가시키는 Bite 패턴 실행.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rdyincTorq_​Stop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준비 토크 증가 제어 정지.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349A125-77BA-469B-85C6-84163191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B4D0E09-36BF-4BC1-B1EC-03DF69B8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75 / 140</a:t>
            </a:r>
          </a:p>
        </p:txBody>
      </p:sp>
    </p:spTree>
    <p:extLst>
      <p:ext uri="{BB962C8B-B14F-4D97-AF65-F5344CB8AC3E}">
        <p14:creationId xmlns:p14="http://schemas.microsoft.com/office/powerpoint/2010/main" val="50582095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76F4869-2E7B-49E3-8D4D-B7344D27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게임 패턴  4/13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D4E8D0D-B755-411B-BC3C-940B5215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firmware/DF_Main/src/modules/DF_Main_GameControl.cpp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rdyincTorq_​Start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준비 토크 증가 제어 시작.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1041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setReadyTorque_​incTarget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준비 토크 목표·증가 간격·증분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setReadyPosition_​Start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준비 위치 요청을 토크 증가 조건으로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execReady_​TorqControl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준비 토크 증가 상태를 진행하고 완료 응답.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execBite_​BldcStart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Bite용 BLDC 상태 초기화·시작.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execBite_​BldcControl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Bite용 보빈 BLDC ON/OFF 상태 진행.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1184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5B730B9-E4BC-4EB0-A824-8C17FBD3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AF302B0-9872-4C0F-AED7-362D2757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76 / 140</a:t>
            </a:r>
          </a:p>
        </p:txBody>
      </p:sp>
    </p:spTree>
    <p:extLst>
      <p:ext uri="{BB962C8B-B14F-4D97-AF65-F5344CB8AC3E}">
        <p14:creationId xmlns:p14="http://schemas.microsoft.com/office/powerpoint/2010/main" val="951663438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D2A3AD4-4E10-4F25-9D55-04738069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게임 패턴  5/13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E055735-2A6E-4284-AB4C-E36FC817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firmware/DF_Main/src/modules/DF_Main_GameControl.cpp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execBite_​torquewf_​Start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지정 횟수의 토크 파형 Bite 시작.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execBite_​torquewf_​Control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토크 파형과 BLDC를 조합해 Bite 반복 실행.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execBite_​ptn1_​Start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얕은 입질 패턴 1 실행 플래그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1484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execBite_​ptn2_​Start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깊은 입질 패턴 2 실행 플래그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1493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execBite_​ptn3_​Start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BLDC TokTok 입질 패턴 3 실행 플래그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execBite_​ptn_​Flag_​Clear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입질 패턴 실행 플래그 일괄 해제.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C9CD9A2-850D-4FD1-B8C8-C575DFC2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46602F6-847F-4639-AFA4-96E5FD59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77 / 140</a:t>
            </a:r>
          </a:p>
        </p:txBody>
      </p:sp>
    </p:spTree>
    <p:extLst>
      <p:ext uri="{BB962C8B-B14F-4D97-AF65-F5344CB8AC3E}">
        <p14:creationId xmlns:p14="http://schemas.microsoft.com/office/powerpoint/2010/main" val="1019673870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433A5C5-D72D-4AAE-AE94-F0F382C6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게임 패턴  6/13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6B82210-4B0B-45C2-AD12-4FF291DB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firmware/DF_Main/src/modules/DF_Main_GameControl.cpp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exeBiteFlag_​Clr_​check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입질 패턴 종료 여부를 확인하고 공통 종료 호출.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execBite_​ptn_​Stop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입질 출력·플래그를 정리하고 AP에 종료 응답.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execBite_​ptn1_​Control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얕은 입질의 토크·간격·횟수 상태 진행.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execBite_​ptn2_​Control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깊은 입질의 목표·감소 토크와 시간 상태 진행.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execBite_​ptn3_​Control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입질 TokTok BLDC 출력·시간·횟수 상태 진행.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execHit_​BldcStart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Hit BLDC 패턴 시작.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C18936A-578D-43FC-AA9F-43E48DA0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D9794BE-C309-40AC-B978-FD610981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78 / 140</a:t>
            </a:r>
          </a:p>
        </p:txBody>
      </p:sp>
    </p:spTree>
    <p:extLst>
      <p:ext uri="{BB962C8B-B14F-4D97-AF65-F5344CB8AC3E}">
        <p14:creationId xmlns:p14="http://schemas.microsoft.com/office/powerpoint/2010/main" val="1320362132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04FFB77-9F82-4557-BDD2-C91A3E31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게임 패턴  7/13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C43F129-5608-41C9-8517-716DE0F1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firmware/DF_Main/src/modules/DF_Main_GameControl.cpp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execHit_​1st_​BldcControl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Hit의 BLDC 출력·정지 반복 진행.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execHiting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Hit 하위 패턴과 랜딩·저항·버티기 제어를 조합.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execHit_​FightBldcStop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Fight BLDC 패턴 플래그 해제 및 모터 정지.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1957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execHit_​FightBldcStart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Fight BLDC 패턴 종류·시작 상태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execHit_​FightBldcControl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Fight의 정/역회전·정지 반복 상태 진행.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1978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execHit_​ResistRandomStart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Hit 저항 패턴의 무작위 대기 상태 시작.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5E9EFCB-3404-40FA-929E-4E974B76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9B93044-C962-43BE-9E11-217E425F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79 / 140</a:t>
            </a:r>
          </a:p>
        </p:txBody>
      </p:sp>
    </p:spTree>
    <p:extLst>
      <p:ext uri="{BB962C8B-B14F-4D97-AF65-F5344CB8AC3E}">
        <p14:creationId xmlns:p14="http://schemas.microsoft.com/office/powerpoint/2010/main" val="2033549589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A5317BF-0E2D-4E30-803C-9B754FCA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게임 패턴  8/13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76BF111-0666-4183-8434-E8010F28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firmware/DF_Main/src/modules/DF_Main_GameControl.cpp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execHit_​ResistRandom_​ToCheck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대기 시간이 지나면 저항 토크 패턴 시작.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execHit_​HoldServo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execHit_​ResistTorqStop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저항 토크 패턴 정지 플래그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2161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execHit_​ResistTorqStart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저항 토크 패턴 시작 상태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2168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execHit_​ResistTorqControl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토크·Rod 브레이크의 저항 패턴 단계 실행.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2173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execHit_​Holdon_​BldcStart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버티기 보빈 BLDC 패턴 시작.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2281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06EF73B-B28C-497A-91FA-9823921C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E998FF1-029A-45B3-93EE-E55AF9BC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80 / 140</a:t>
            </a:r>
          </a:p>
        </p:txBody>
      </p:sp>
    </p:spTree>
    <p:extLst>
      <p:ext uri="{BB962C8B-B14F-4D97-AF65-F5344CB8AC3E}">
        <p14:creationId xmlns:p14="http://schemas.microsoft.com/office/powerpoint/2010/main" val="306504645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93B48FE-F27C-4DD8-82AF-4F9689D9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게임 패턴  9/13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382CE53-D10B-4FFC-9544-1FC2F8FE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firmware/DF_Main/src/modules/DF_Main_GameControl.cpp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execHit_​Holdon_​BldcControl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버티기 BLDC 출력과 대기 상태 진행.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2287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execHoldon_​ptn1_​Start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 버티기 패턴 1 시작 상태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2359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execHoldon_​ptn1_​BldcControl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버티기 BLDC 반복 패턴 실행·종료 확인.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2372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Check_​HoldOnPtn_​AllClr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개별 버티기 패턴 종료 시 공통 플래그 해제.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2449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execHit_​HoldOn_​TorqStop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버티기 토크·브레이크 출력 복귀.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2461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execHit_​HoldOn_​TorqStart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버티기 토크 상태기계 시작.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2468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36BAAA3-240E-4085-A604-2208CFEB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796554B-5F62-41F4-A596-2E66CFAB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81 / 140</a:t>
            </a:r>
          </a:p>
        </p:txBody>
      </p:sp>
    </p:spTree>
    <p:extLst>
      <p:ext uri="{BB962C8B-B14F-4D97-AF65-F5344CB8AC3E}">
        <p14:creationId xmlns:p14="http://schemas.microsoft.com/office/powerpoint/2010/main" val="1942605505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DD85832-462C-4C28-806E-99805D43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게임 패턴  10/13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7C2FE78-FCFB-4076-9FE6-DA39A875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firmware/DF_Main/src/modules/DF_Main_GameControl.cpp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execHit_​HoldOn_​TorqControl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버티기 토크·브레이크·BLDC 조합 단계 진행.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2473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execHit_​SetBreakOnceStart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Hit 진입 시 Rod 브레이크 초기 출력 전송.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2602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send_​breakmot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브레이크 목표값을 Rod 제어 문자열로 전송.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2616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execHit_​BreakStop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Hit 브레이크 반복 제어 정지.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2642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execHit_​BreakStart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Hit 브레이크 반복 제어 시작.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2647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execHit_​BreakControl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브레이크 목표 주변의 증감 출력 패턴 진행.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2656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43F8779-74C2-4C51-AFB4-649BAAC2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7E65BE8-2A68-49FA-AF44-260A94EC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82 / 140</a:t>
            </a:r>
          </a:p>
        </p:txBody>
      </p:sp>
    </p:spTree>
    <p:extLst>
      <p:ext uri="{BB962C8B-B14F-4D97-AF65-F5344CB8AC3E}">
        <p14:creationId xmlns:p14="http://schemas.microsoft.com/office/powerpoint/2010/main" val="480500474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3ED8D35-0762-49C2-8E77-67A75D5F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게임 패턴  11/13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0695C87-5710-4937-86F4-E2BDB4DA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firmware/DF_Main/src/modules/DF_Main_GameControl.cpp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execHit_​BreakDecStop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브레이크 감소 제어 정지 및 목표값 전송.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2702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execHit_​BreakDecStart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브레이크 단계 감소 제어 시작.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2708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execHit_​BreakDecControl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 간격마다 브레이크 목표값 감소·전송.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2713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execFastHold_​SetVal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2768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execFastHold_​Start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빠른 버티기 실행 플래그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2774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execFastHold_​Control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빠른 버티기 종료 조건에서 플래그 정리; 동작 단계는 비어 있음.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2782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EDF4DFD-EDAF-4ADB-B717-CC7FA638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6D4D021-F7F6-4C69-A274-E5F0D2B8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83 / 140</a:t>
            </a:r>
          </a:p>
        </p:txBody>
      </p:sp>
    </p:spTree>
    <p:extLst>
      <p:ext uri="{BB962C8B-B14F-4D97-AF65-F5344CB8AC3E}">
        <p14:creationId xmlns:p14="http://schemas.microsoft.com/office/powerpoint/2010/main" val="2004659759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FDE5918-8032-4040-9EB4-95474BAD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게임 패턴  12/13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666E927-50A4-4DFE-B1DD-90960AF5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firmware/DF_Main/src/modules/DF_Main_GameControl.cpp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execButtonCombo_​SetVal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2817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execButtonCombo_​Start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버튼 조합 패턴 시작 상태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2823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execButtonCombo_​Control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버튼 조합 종료 조건에서 플래그 정리; 동작 단계는 비어 있음.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2831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execRanding_​SetVal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2866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execRanding_​Start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랜딩 패턴 상태기계 시작.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2874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execRanding_​Control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랜딩 BLDC 반복 후 기본 토크로 복귀.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2882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C1AC86D-5145-4C9D-9A34-B2388A96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12A7898-BA20-4DEE-AF41-86F4A840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84 / 140</a:t>
            </a:r>
          </a:p>
        </p:txBody>
      </p:sp>
    </p:spTree>
    <p:extLst>
      <p:ext uri="{BB962C8B-B14F-4D97-AF65-F5344CB8AC3E}">
        <p14:creationId xmlns:p14="http://schemas.microsoft.com/office/powerpoint/2010/main" val="1510396002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8F003C9-6942-44F1-A050-6E7386C9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게임 패턴  13/13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8DF707E-1619-450C-8384-3E213938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firmware/DF_Main/src/modules/DF_Main_GameControl.cpp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38481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setAfter1sec_​LogOut_​Start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지연 로그 출력 상태 시작.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2967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setAfterTo_​LogOut_​Control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지연 시간 이후 제어 단계 로그 출력.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2975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execSuccessFail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성공/실패 시 플래그·모터를 정리하고 로그 예약.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execPointUp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점수 표시 단계에서 모터를 기본 상태로 복귀.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execEnd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CB322BE-72F8-4174-97D0-5AF500C5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C0ACA46-81A7-4C52-B679-01E1DFF0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85 / 140</a:t>
            </a:r>
          </a:p>
        </p:txBody>
      </p:sp>
    </p:spTree>
    <p:extLst>
      <p:ext uri="{BB962C8B-B14F-4D97-AF65-F5344CB8AC3E}">
        <p14:creationId xmlns:p14="http://schemas.microsoft.com/office/powerpoint/2010/main" val="583086111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50D4B95-F441-4D5F-A80E-DA8341F6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LED  1/2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E571BAB-427B-44FD-90B1-49C7582B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firmware/DF_Main/src/modules/DF_Main_LedControl.cpp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initSet_​LedContVal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LED 초기 밝기·패턴 상태를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ledCont_​OffStart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지정 LED의 패턴을 정지하고 소등.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ledCont_​OnStart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지정 LED를 고정 점등 상태로 전환.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ledCont_​BlinkStart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지정 LED의 점멸 상태기계 시작.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execledCont_​Blink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지정 LED의 ON/OFF 시간 상태 진행.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ledCont_​DimmStart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지정 LED의 디밍 상태기계 시작.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FAF98F8-05D9-46C7-94EC-E4BF05AB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D34CE34-F50A-4908-9C2D-1FE99809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86 / 140</a:t>
            </a:r>
          </a:p>
        </p:txBody>
      </p:sp>
    </p:spTree>
    <p:extLst>
      <p:ext uri="{BB962C8B-B14F-4D97-AF65-F5344CB8AC3E}">
        <p14:creationId xmlns:p14="http://schemas.microsoft.com/office/powerpoint/2010/main" val="1610053197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05706B9-9718-4677-9800-CEA06E54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LED  2/2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9ED77E6-C344-4C35-A7E0-71644473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firmware/DF_Main/src/modules/DF_Main_LedControl.cpp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38481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execledCont_​Dimm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RGB 밝기와 유지 시간을 갱신하는 디밍 처리.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old_​execCentLed_​Dimming_​Control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이전 중앙 LED 디밍 계산·출력 경로.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extLed_​Off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 위치 번호를 실제 LED 인덱스로 변환해 소등.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446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extLed_​On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 위치 번호를 실제 LED 인덱스로 변환해 점등.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extLed_​Control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허용된 LED별 점멸·디밍·고정 출력을 진행.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2B20001-57EB-4E88-8852-8C9FC1EE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E668F0F-8606-4C2B-BE0F-D9488BDB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87 / 140</a:t>
            </a:r>
          </a:p>
        </p:txBody>
      </p:sp>
    </p:spTree>
    <p:extLst>
      <p:ext uri="{BB962C8B-B14F-4D97-AF65-F5344CB8AC3E}">
        <p14:creationId xmlns:p14="http://schemas.microsoft.com/office/powerpoint/2010/main" val="312636383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8FCFC13-F298-4302-AFBF-575D9F0B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LM·와이어  1/6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40D807E-3712-4046-83D3-91518587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firmware/DF_Main/src/modules/DF_Main_LmWireControl.cpp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anaDeviceContReq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장치 준비/정지 요청을 해석하고 출력·검사 상태 전환.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anaRestDistance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남은 거리 문자열을 해석해 제어 상태 갱신.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ana_​AngleControl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ana_​MainMotControl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토크값·선택 정지 시간을 해석해 모터 출력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ana_​BobbinControl_​Check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보빈 명령의 패턴 조건을 확인한 뒤 실행 경로 호출.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ana_​LineMotControl_​Check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EAC6F1B-EFFA-4143-958A-C554EC7C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00133D9-C4FA-4266-9680-CC7326FF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88 / 140</a:t>
            </a:r>
          </a:p>
        </p:txBody>
      </p:sp>
    </p:spTree>
    <p:extLst>
      <p:ext uri="{BB962C8B-B14F-4D97-AF65-F5344CB8AC3E}">
        <p14:creationId xmlns:p14="http://schemas.microsoft.com/office/powerpoint/2010/main" val="748012483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A574FDB-96AE-4104-A7AF-60DDEB09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LM·와이어  2/6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5960B5E-563F-475D-8AD5-98D96729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firmware/DF_Main/src/modules/DF_Main_LmWireControl.cpp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ana_​BobbinControl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BLDC 방향·출력·시간을 해석해 제어·응답.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ana_​LmMotControl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lmHome_​Control_​Start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 홈 제어 시작 조건/상태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265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lmHome_​Control_​Stop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 홈 제어 실행 상태 해제.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lmLeft_​Control_​Start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 좌측 제어 시작 조건/상태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279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lmLeft_​Control_​Return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 좌측 제어 상태 갱신.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8F038E1-3463-44CF-915A-3867D9DA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93B836F-16E1-4A32-B74A-6429842A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89 / 140</a:t>
            </a:r>
          </a:p>
        </p:txBody>
      </p:sp>
    </p:spTree>
    <p:extLst>
      <p:ext uri="{BB962C8B-B14F-4D97-AF65-F5344CB8AC3E}">
        <p14:creationId xmlns:p14="http://schemas.microsoft.com/office/powerpoint/2010/main" val="1883373468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8D01FD0-3920-4B37-89B6-A11477E5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LM·와이어  3/6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E0943EC-35F9-414C-826F-48E82CA6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firmware/DF_Main/src/modules/DF_Main_LmWireControl.cpp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lmLeft_​Control_​Stop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 좌측 제어 실행 상태 해제.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294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lmRight_​Control_​Start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 우측 제어 시작 조건/상태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lmRight_​Control_​Return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 우측 제어 상태 갱신.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lmRight_​Control_​Stop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 우측 제어 실행 상태 해제.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lmCenter_​Control_​Start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lmCenter_​Control_​Stop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04D06F4-6A0B-4B35-A905-7C6B1E22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710374D-D612-4137-9231-B2AED49F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90 / 140</a:t>
            </a:r>
          </a:p>
        </p:txBody>
      </p:sp>
    </p:spTree>
    <p:extLst>
      <p:ext uri="{BB962C8B-B14F-4D97-AF65-F5344CB8AC3E}">
        <p14:creationId xmlns:p14="http://schemas.microsoft.com/office/powerpoint/2010/main" val="688044011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4EA5E9E-69DB-4975-A949-5383F67B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LM·와이어  4/6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221460E-A948-4712-B3B7-D48C1FA7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firmware/DF_Main/src/modules/DF_Main_LmWireControl.cpp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lmReturn_​Control_​Start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 복귀를 홈 시작 함수에 위임.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lmReturn_​Control_​Stop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 복귀 제어 실행 상태 해제.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341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lmHoldOn_​Stop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 복귀 제어 실행 상태 해제.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347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lmHome_​Control_​2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이전 LM 홈 단계·timeout·출력 처리 경로.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354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lmHome_​Control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lmPosition_​Set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 논리 위치 값을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E158A48-00D0-43BF-BC55-89921663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AEAB6B5-5E6D-4723-9389-EA229FCD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91 / 140</a:t>
            </a:r>
          </a:p>
        </p:txBody>
      </p:sp>
    </p:spTree>
    <p:extLst>
      <p:ext uri="{BB962C8B-B14F-4D97-AF65-F5344CB8AC3E}">
        <p14:creationId xmlns:p14="http://schemas.microsoft.com/office/powerpoint/2010/main" val="1995599966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3F174D8-D951-4224-BADA-34A7AC91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LM·와이어  5/6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9FA511-332D-490B-B338-493DE4EC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firmware/DF_Main/src/modules/DF_Main_LmWireControl.cpp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lmLeft_​Control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lmRight_​Control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538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lmReturn_​Control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anaMotOutRateSet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모터 출력 배율 설정 문자열 해석.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checkRodTimer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 상태 timeout과 연결 상태 변화를 AP에 알림.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set_​rod_​conn_​status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 연결 상태 값을 갱신.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2BA8C2F-0D55-4584-B2B9-A3066D57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80DE398-D1CC-4241-81D6-6F84D931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92 / 140</a:t>
            </a:r>
          </a:p>
        </p:txBody>
      </p:sp>
    </p:spTree>
    <p:extLst>
      <p:ext uri="{BB962C8B-B14F-4D97-AF65-F5344CB8AC3E}">
        <p14:creationId xmlns:p14="http://schemas.microsoft.com/office/powerpoint/2010/main" val="1929102169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4094F94-CEE5-4F40-90A5-9F483BC3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LM·와이어  6/6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DAFB57C-45A6-49DB-93C8-3D10592E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firmware/DF_Main/src/modules/DF_Main_LmWireControl.cpp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1104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condition_​fw_​check_​10ms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게임 상태 변화에 맞춰 파형·저항 파라미터 갱신.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1FA1087-523A-4664-9339-CD53A5E4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4FD1A1C-DFA1-40EC-A830-1E17A3EE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93 / 140</a:t>
            </a:r>
          </a:p>
        </p:txBody>
      </p:sp>
    </p:spTree>
    <p:extLst>
      <p:ext uri="{BB962C8B-B14F-4D97-AF65-F5344CB8AC3E}">
        <p14:creationId xmlns:p14="http://schemas.microsoft.com/office/powerpoint/2010/main" val="1493283257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E9ED87A-1F71-4FD5-9A7D-2AA696EF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Rod OTA 중계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28AFECC-3069-4425-8F33-ADD37782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firmware/DF_Main/src/modules/DF_Main_RodOtaRelay.cpp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38481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DF_​Main_​RodOtaRelay_​HexValue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16진수 문자 하나를 숫자로 변환; 잘못된 값은 거부.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DF_​Main_​RodOtaRelay_​DecodeHex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USB hex 문자열을 용량 검사하며 binary 버퍼로 변환.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DF_​Main_​RodOtaRelay_​PrintHex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 ACK binary를 $OR hex 서비스 응답으로 출력.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DF_​Main_​RodOtaRelay_​HandlePcCommand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등록·연결 조건과 frame을 검사해 단일 Rod로 중계.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DF_​Main_​RodOtaRelay_​HandleRodFrame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 Rod에서 온 유효 ACK만 USB 응답으로 전달.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4E1A030-5BEE-4C0F-8A5E-FB6B777B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48D5BF5-EC01-4EDE-AA8C-92D39131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94 / 140</a:t>
            </a:r>
          </a:p>
        </p:txBody>
      </p:sp>
    </p:spTree>
    <p:extLst>
      <p:ext uri="{BB962C8B-B14F-4D97-AF65-F5344CB8AC3E}">
        <p14:creationId xmlns:p14="http://schemas.microsoft.com/office/powerpoint/2010/main" val="224376909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EA3648D-47FE-4176-B531-28CC9514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시간·서비스  1/11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E82E3D8-B9F1-4816-B68E-4779CB33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firmware/DF_Main/src/modules/DF_Main_Scheduler.cpp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imuDataOutCmdSend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 IMU 데이터 출력 시작/정지 요청 전송.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usb5vChange_​Check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USB 5V 연결 변화를 확인하고 분리 시 출력 정지.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DecodeLZ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Main 다운로드용 LZ 데이터 블록 복원.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Exec_​Download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Main 자체 업데이트 처리; Rod 대상 R/r 명령은 거부.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Log_​Control_​Step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게임·모터 제어의 현재 단계값을 로그 출력.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reelAllOff_​SendControl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 IMU·진동·LED·브레이크 OFF를 순차 전송.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EA3DBB5-37D4-466D-B696-69FBF7F3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C6F5C88-6075-44D6-A150-F43C5DB8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95 / 140</a:t>
            </a:r>
          </a:p>
        </p:txBody>
      </p:sp>
    </p:spTree>
    <p:extLst>
      <p:ext uri="{BB962C8B-B14F-4D97-AF65-F5344CB8AC3E}">
        <p14:creationId xmlns:p14="http://schemas.microsoft.com/office/powerpoint/2010/main" val="774757876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3E4C9D0-598F-45CE-97A7-32473D9F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시간·서비스  2/11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685BEF6-3523-4FE9-BAAF-8CC9987D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firmware/DF_Main/src/modules/DF_Main_Scheduler.cpp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lmLongWireCheck_​Start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긴 와이어 감시 시작 상태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lmLongWireCheck_​Stop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긴 와이어 감시 정지 상태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checkBbnCcwCheck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보빈 감김/풀림 조건에 따라 와이어 제어 요청.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lmWireControl_​Start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와이어 보정 상태기계 시작.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lmWireControl_​End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와이어 보정 정상 종료 상태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lmWireControl_​Stop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와이어 보정 실행 플래그 해제.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361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146135D-96FC-461B-9A7B-26BE3EE7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FC085EB-2FC1-419C-AF1E-01FB9D84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96 / 140</a:t>
            </a:r>
          </a:p>
        </p:txBody>
      </p:sp>
    </p:spTree>
    <p:extLst>
      <p:ext uri="{BB962C8B-B14F-4D97-AF65-F5344CB8AC3E}">
        <p14:creationId xmlns:p14="http://schemas.microsoft.com/office/powerpoint/2010/main" val="787917850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1859CE8-4F2D-456C-AEF1-ED113B00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시간·서비스  3/11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4E556BD-98B1-405D-A978-9E8392D6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firmware/DF_Main/src/modules/DF_Main_Scheduler.cpp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lmWireControl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엔코더 목표와 시간에 따라 와이어 모터 출력 진행.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wat_​isrLogOut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ISR 공유 데이터를 임계영역으로 읽고 loop에서 로그 출력.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492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t1ms_​Process_​Exec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엔코더·장치 준비 검사·자동 토크 측정 처리.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547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t10ms_​Process_​Exec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게임/진단/LED/전원/와이어 등 활성 제어를 주기 실행.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582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t100ms_​Process_​Exec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지연 로그·Rod 등록 timeout 처리.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t500ms_​Process_​Exec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 상태에 따른 Main 보드 LED 처리.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665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E1AA5BD-FEB7-4C13-A0E4-0AECC9D1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A033F96-DD5A-43F9-BE9D-24B5CDA8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97 / 140</a:t>
            </a:r>
          </a:p>
        </p:txBody>
      </p:sp>
    </p:spTree>
    <p:extLst>
      <p:ext uri="{BB962C8B-B14F-4D97-AF65-F5344CB8AC3E}">
        <p14:creationId xmlns:p14="http://schemas.microsoft.com/office/powerpoint/2010/main" val="655188047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807BB2C-45E3-4684-8099-38772786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시간·서비스  4/11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884816F-8E60-4916-A3AB-378B52F3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firmware/DF_Main/src/modules/DF_Main_Scheduler.cpp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t1sec_​Process_​Exec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상태 보고와 AP/Rod alive·연결 감시.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679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sendCmdSts_​MainPwrOn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부팅 정보를 Rod/AP에 송신.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logUartRecvParsing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 UART 문자를 프레임 버퍼로 조립.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741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logRecvHandler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 UART 서비스 명령을 해석·분배.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extIOuartRecvHandler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986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imuInterval_​Measure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IMU 수신 간격을 측정해 시험 도구에 응답.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5F9612D-6500-481F-B003-A875F438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CCCBD4F-5476-490F-8EA7-F67DBBA7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98 / 140</a:t>
            </a:r>
          </a:p>
        </p:txBody>
      </p:sp>
    </p:spTree>
    <p:extLst>
      <p:ext uri="{BB962C8B-B14F-4D97-AF65-F5344CB8AC3E}">
        <p14:creationId xmlns:p14="http://schemas.microsoft.com/office/powerpoint/2010/main" val="641394015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39DC646-01E8-44EA-9924-68BCDAA2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시간·서비스  5/11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53DC6FF-9F00-4191-BE06-42F8A3B0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firmware/DF_Main/src/modules/DF_Main_Scheduler.cpp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nowRecvHandler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고정 수신 슬롯을 소비하고 OTA를 먼저 분리한 뒤 일반 PID 처리.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uartRecvParsing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USB 문자를 조립하고 다운로드 데이터 경로 분리.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1286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uartRecvHandler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USB AP 프레임을 OTA/등록/게임/진단 명령으로 분배.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anaVrtMotCmd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진동 요청 문자열을 Rod 프로토콜로 전달.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1793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ana_​SetDataSave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 저장/조회 및 ISR/PID 진단 명령 해석.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anaBtnLedCmd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버튼 LED 요청 문자열을 Rod 프로토콜로 전달.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5A95A0F-7709-4C64-9485-29871CB3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0DEC5E9-AFE7-44C9-8C47-68FEA8B6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99 / 140</a:t>
            </a:r>
          </a:p>
        </p:txBody>
      </p:sp>
    </p:spTree>
    <p:extLst>
      <p:ext uri="{BB962C8B-B14F-4D97-AF65-F5344CB8AC3E}">
        <p14:creationId xmlns:p14="http://schemas.microsoft.com/office/powerpoint/2010/main" val="1159546247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8472883-DEB1-4E4C-80A4-1470942E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시간·서비스  6/11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9C39665-2BD5-4F97-8BD3-FF82AA33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firmware/DF_Main/src/modules/DF_Main_Scheduler.cpp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anaDevSetReq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장치 설정 요청을 세부 설정 함수로 분배.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anaDevSet_​MainMotor_​AutoSet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메인모터 최소 출력 자동 설정 시작/정지 해석.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1963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anaDevFunctionReq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장치 기능 요청을 세부 기능 함수로 분배.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1991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anaDevFunc_​wireAging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와이어 에이징 시험 시작/정지 요청 해석.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mainMot_​MinOut_​AutoSet_​Start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최소 출력 측정 상태 시작.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mainMot_​MinOut_​AutoSet_​Stop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측정 정지 후 토크 기본값·BLDC 정지 복귀.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2057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BA70F01-FDD4-434B-BD6A-84AAE434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B6C236B-BABB-467C-B411-FDD73D07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100 / 140</a:t>
            </a:r>
          </a:p>
        </p:txBody>
      </p:sp>
    </p:spTree>
    <p:extLst>
      <p:ext uri="{BB962C8B-B14F-4D97-AF65-F5344CB8AC3E}">
        <p14:creationId xmlns:p14="http://schemas.microsoft.com/office/powerpoint/2010/main" val="1083269446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73A96C4-C086-4BE9-A3F3-56825D6A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시간·서비스  7/11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F9B70F0-F638-4FF5-BCB2-0E22391D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firmware/DF_Main/src/modules/DF_Main_Scheduler.cpp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torqMotor_​DefaultOut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토크모터 출력을 현재 기본값으로 복귀.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mainMot_​MinOut_​AutoSet_​Control1_​Period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주기 측정 기반의 이전 최소 출력 자동 설정 경로.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mainMot_​MinOut_​AutoSet_​Control2_​Time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 속도 도달 시간 기반 자동 설정 경로.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mainMot_​MinOut_​AutoSet_​Control3_​36PulseTime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36펄스 경과 시간으로 토크 기준을 산출·저장·응답.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2823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stbyTorqOffControl_​Start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대기 중 엔코더 정지 감시·토크 OFF 상태 시작.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stbyTorqOffControl_​Stop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대기 토크 OFF 제어를 정지하고 필요 시 기본 출력 복귀.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EBA98FB-AD2F-4B32-9488-00AE01C4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FC94459-A5AA-46C2-953D-40D7C2AC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101 / 140</a:t>
            </a:r>
          </a:p>
        </p:txBody>
      </p:sp>
    </p:spTree>
    <p:extLst>
      <p:ext uri="{BB962C8B-B14F-4D97-AF65-F5344CB8AC3E}">
        <p14:creationId xmlns:p14="http://schemas.microsoft.com/office/powerpoint/2010/main" val="815455337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ED61396-17AC-4F3A-9D77-23BEE7C9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시간·서비스  8/11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EAAB279-3F42-449A-9C10-35446667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firmware/DF_Main/src/modules/DF_Main_Scheduler.cpp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stbyTorqOff_​ReqCheck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대기 토크 OFF 허용 조건이면 자동 제어 시작.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stbyTorqOff_​Control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엔코더 정지·상태 변경 조건으로 대기 토크 출력 조정.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wireAging_​Test_​Start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와이어 에이징 설정값을 읽고 반복 시험 시작.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3556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splitTextToStrings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구분자 기반 문자열을 여러 설정값으로 분리.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3583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wireAging_​Test_​Stop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와이어 반복 시험을 정지하고 토크 출력 해제.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3604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wireAging_​Test_​Control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토크·보빈 왕복 시험과 엔코더 목표·timeout 검사.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3612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34CF256-0935-4BCF-9469-C9C62CCB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CEBF4DC-400B-45C8-AA56-FF458434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102 / 140</a:t>
            </a:r>
          </a:p>
        </p:txBody>
      </p:sp>
    </p:spTree>
    <p:extLst>
      <p:ext uri="{BB962C8B-B14F-4D97-AF65-F5344CB8AC3E}">
        <p14:creationId xmlns:p14="http://schemas.microsoft.com/office/powerpoint/2010/main" val="16186849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0E34B30-FC64-4A2E-8EF2-40367CD5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시간·서비스  9/11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CF2772F-2B16-4897-80FF-0132198D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firmware/DF_Main/src/modules/DF_Main_Scheduler.cpp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boardLed_​Control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AP/Rod 연결 조합에 따라 보드 LED 패턴 선택.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3927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read_​input_​1ms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빠른 입력을 읽고 필터·상승/하강 에지 갱신.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3986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read_​input_​10ms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디지털 입력을 읽고 상태·에지 갱신.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read_​input_​100ms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eeprom_​test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EEPROM 읽기·쓰기 시험; 일반 조회용이 아님.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subAc_​Control_​atReset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리셋 시 전원 조건에 따라 AC·모터·LED 상태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4171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355FBBE-C128-40C8-AB06-B9FEE63F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ADA0B1C-CE56-475A-AC27-018920D3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103 / 140</a:t>
            </a:r>
          </a:p>
        </p:txBody>
      </p:sp>
    </p:spTree>
    <p:extLst>
      <p:ext uri="{BB962C8B-B14F-4D97-AF65-F5344CB8AC3E}">
        <p14:creationId xmlns:p14="http://schemas.microsoft.com/office/powerpoint/2010/main" val="1434069961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A40E954-2689-4B31-8891-A12FF5B4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시간·서비스  10/11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E3C91BA-5F05-42A0-9914-3231E387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firmware/DF_Main/src/modules/DF_Main_Scheduler.cpp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setConfig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 ADC를 읽어 현재 구성 값을 판정.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4201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ioLedOffSetting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LED 관련 핀·출력 장치를 초기화.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4251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ioPinSetting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제품 GPIO 입출력 모드와 초기 출력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4271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wat_​PidParaSet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PID 시험 파라미터 문자열 해석·갱신.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4355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wat_​HookRandCheckExec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ISR 공유 후킹/랜딩 검사 플래그 갱신.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4371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wat_​PidStart_​TargetSet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임계영역 내 PID 목표 거리·실행 상태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4378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B6044F9-4E39-42B7-986A-521D40D6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8F47E74-51CA-477D-8ABB-558BF15C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104 / 140</a:t>
            </a:r>
          </a:p>
        </p:txBody>
      </p:sp>
    </p:spTree>
    <p:extLst>
      <p:ext uri="{BB962C8B-B14F-4D97-AF65-F5344CB8AC3E}">
        <p14:creationId xmlns:p14="http://schemas.microsoft.com/office/powerpoint/2010/main" val="1389563150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D4B7827-DD7E-4D29-A73B-3226AA6C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시간·서비스  11/11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11A9089-8D7F-432F-A0B5-5DF55A93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firmware/DF_Main/src/modules/DF_Main_Scheduler.cpp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wat_​PidStop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임계영역 내 PID 실행 상태 해제.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4388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ISR_​onTimerHandler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100µs 인터럽트에서 시간 계수와 1ms 기준 갱신.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4406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ISR_​encIntrHandle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엔코더 에지의 시간·방향·카운트·거리를 기록.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4434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spi_​out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지정 chip-select로 SPI 출력값 전송.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4508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system_​counter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ISR 시간값을 안전하게 읽어 주기별 대기 카운터 누적.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4523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getBoardType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고정 Main 보드 타입 반환.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4644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1D78D56-02CD-42AD-A2AE-CCC4EF2E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5C354E8-12E8-477F-B046-CA27732C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105 / 140</a:t>
            </a:r>
          </a:p>
        </p:txBody>
      </p:sp>
    </p:spTree>
    <p:extLst>
      <p:ext uri="{BB962C8B-B14F-4D97-AF65-F5344CB8AC3E}">
        <p14:creationId xmlns:p14="http://schemas.microsoft.com/office/powerpoint/2010/main" val="56690185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1485F58-92E3-455C-97E2-98DFE38F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· Potentiometer  1/2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F705A45-E568-4F32-8926-E0ED101D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firmware/DF_Main/src/Potentiometer.cpp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Potentiometer::​Potentiometer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생성자; 별도 초기화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Potentiometer::​init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디지털 포텐셔미터용 SPI와 초기 출력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Potentiometer::​digitalPortWrite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chip-select를 제어하며 SPI 값 전송.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Potentiometer::​setValue (String)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입력값을 해석해 디지털 포텐셔미터 출력 함수 호출.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Potentiometer::​setValue (int)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입력값을 해석해 디지털 포텐셔미터 출력 함수 호출.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Potentiometer::​on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정수 출력값을 실제 포텐셔미터 출력에 전달.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BC128D7-2B5D-4D3B-AAA4-B1FEB9D8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F5B8C7F-8175-4366-B528-193546E0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106 / 140</a:t>
            </a:r>
          </a:p>
        </p:txBody>
      </p:sp>
    </p:spTree>
    <p:extLst>
      <p:ext uri="{BB962C8B-B14F-4D97-AF65-F5344CB8AC3E}">
        <p14:creationId xmlns:p14="http://schemas.microsoft.com/office/powerpoint/2010/main" val="2133804636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66288F3-5BEE-43AA-A235-49BE5C2F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· Potentiometer  2/2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2FCDE3E-A29E-48A1-8C3C-24620237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firmware/DF_Main/src/Potentiometer.cpp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1790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Potentiometer::​outValue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허용 범위·반전 조건을 적용해 SPI 출력.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Potentiometer::​respTorqOutVal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52FE4F9-9AB6-46F4-8D17-0E1FEE75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38FC14E-91D7-4256-A812-BA4C508B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107 / 140</a:t>
            </a:r>
          </a:p>
        </p:txBody>
      </p:sp>
    </p:spTree>
    <p:extLst>
      <p:ext uri="{BB962C8B-B14F-4D97-AF65-F5344CB8AC3E}">
        <p14:creationId xmlns:p14="http://schemas.microsoft.com/office/powerpoint/2010/main" val="1661152061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640F25A-24E7-4CF7-9C8B-BD3456BC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Main · ServoMotor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331B8B8-B68D-4164-92EF-67C96077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firmware/DF_Main/src/ServoMotor.cpp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38481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ServoMotor::​ServoMotor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생성자; 별도 초기화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ServoMotor::​init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ServoMotor::​setAngle (String)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ServoMotor::​setAngle (int)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ServoMotor::​setAngleDefault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A15974B-87A6-4FF5-83AC-2313868E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842F17A-0514-4AEE-9959-E48971FB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108 / 140</a:t>
            </a:r>
          </a:p>
        </p:txBody>
      </p:sp>
    </p:spTree>
    <p:extLst>
      <p:ext uri="{BB962C8B-B14F-4D97-AF65-F5344CB8AC3E}">
        <p14:creationId xmlns:p14="http://schemas.microsoft.com/office/powerpoint/2010/main" val="1539501455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3F6F39D-67B8-4A2A-B1C8-339C8122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Rod · DF_Rod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F0BCEBA-ABF9-422A-A9A8-DACF24FB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firmware/DF_Rod/DF_Rod.ino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1790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Arduino 초기화를 대상 Application_Setup에 위임.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Arduino 반복 실행을 대상 Application_Loop에 위임.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6ABE8B3-3820-4C92-9BEE-A53503C9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FFB08DF-F591-4094-9B0D-B1FBACB7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109 / 140</a:t>
            </a:r>
          </a:p>
        </p:txBody>
      </p:sp>
    </p:spTree>
    <p:extLst>
      <p:ext uri="{BB962C8B-B14F-4D97-AF65-F5344CB8AC3E}">
        <p14:creationId xmlns:p14="http://schemas.microsoft.com/office/powerpoint/2010/main" val="821603600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C60B3CA-9A60-4CD6-9D7E-8A33370C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Rod · Battery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743BEDE-3F4B-4C37-8B49-F808084F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firmware/DF_Rod/src/Battery.cpp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Battery::​Battery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생성자; 별도 초기화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Battery::​init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ADC를 읽고 잔량 평균·표시값 초기화.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Battery::​scanAvgInteg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ADC 이동 평균을 계산해 배터리 잔량 갱신.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Battery::​scanKalFilter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Battery::​getLevel3Char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배터리 잔량을 3자리 문자열로 변환.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Battery::​isLowLevel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잔량이 저전압 기준 이하인지 반환.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86728CE-5A26-4DF3-9D64-C45757DA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2FAE123-4291-4CA3-A43A-D89A0702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110 / 140</a:t>
            </a:r>
          </a:p>
        </p:txBody>
      </p:sp>
    </p:spTree>
    <p:extLst>
      <p:ext uri="{BB962C8B-B14F-4D97-AF65-F5344CB8AC3E}">
        <p14:creationId xmlns:p14="http://schemas.microsoft.com/office/powerpoint/2010/main" val="1926330930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8B87F24-4735-41C3-823C-5DD43FC4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Rod 진입점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F8CCEEE-6AB6-413D-A868-5ACCFE41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firmware/DF_Rod/src/DF_Rod_Application.cpp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1790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DF_​Rod_​Application_​Setup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보드·GPIO·저장값을 읽고 정상/설정 모드의 장치·콜백 초기화.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DF_​Rod_​Application_​Loop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 갱신·OTA 처리 후 모드별 수신·입력·주기 작업 실행.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82B6CAF-96CE-4898-AC70-24D897EE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F9510BF-98EC-4290-B677-EB546816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111 / 140</a:t>
            </a:r>
          </a:p>
        </p:txBody>
      </p:sp>
    </p:spTree>
    <p:extLst>
      <p:ext uri="{BB962C8B-B14F-4D97-AF65-F5344CB8AC3E}">
        <p14:creationId xmlns:p14="http://schemas.microsoft.com/office/powerpoint/2010/main" val="2092755836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615E33F-F7C3-440F-9D8E-B2EC00C5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Rod 공용 상태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08211BD-4ECB-46A6-897D-37BEC889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firmware/DF_Rod/src/DF_Rod_State.cpp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1790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execRod_​ImuOutCycle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IMU/버튼/엔코더 순환 시험 경로; HANDLE LED 표식과 별개.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zeroFill4Char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값을 0으로 채운 4자리 문자열로 변환.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D71BA29-E1B7-41C6-B3CA-9711E853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51EC778-9D9D-4339-B4C2-C84BC2DF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112 / 140</a:t>
            </a:r>
          </a:p>
        </p:txBody>
      </p:sp>
    </p:spTree>
    <p:extLst>
      <p:ext uri="{BB962C8B-B14F-4D97-AF65-F5344CB8AC3E}">
        <p14:creationId xmlns:p14="http://schemas.microsoft.com/office/powerpoint/2010/main" val="1558765732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68EC4A9-1E2D-42F6-ADE6-E7EA0DC6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Rod · EB_IMU  1/4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A51C247-3C69-4A08-B779-55B364B7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firmware/DF_Rod/src/EB_IMU.cpp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EB_​IMU::​EB_​IMU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생성자; 별도 초기화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EB_​IMU::​respCheck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IMU 응답 버퍼의 상태를 검사.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EB_​IMU::​reply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제한 시간 동안 IMU UART 응답 문자열 수집.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EB_​IMU::​setStateCallback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IMU 데이터 전달용 콜백 등록.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EB_​IMU::​init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IMU 측정 플래그와 데이터 문자열 초기화.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EB_​IMU::​disable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IMU 측정 허용 플래그 해제.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00D3304-0C06-4143-9358-9DB015B5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311AAF1-AB1E-4A64-851E-56C24705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113 / 140</a:t>
            </a:r>
          </a:p>
        </p:txBody>
      </p:sp>
    </p:spTree>
    <p:extLst>
      <p:ext uri="{BB962C8B-B14F-4D97-AF65-F5344CB8AC3E}">
        <p14:creationId xmlns:p14="http://schemas.microsoft.com/office/powerpoint/2010/main" val="805647648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835551E-4850-4CC0-B3A3-39F772B7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Rod · EB_IMU  2/4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C6AC728-D7E5-4266-BB4F-035B7BF2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firmware/DF_Rod/src/EB_IMU.cpp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EB_​IMU::​convert_​oldSetup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PC IMU 설정 형식을 현재 명령으로 변환.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EB_​IMU::​setConfig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 종류를 구분해 주기·교정·출력 명령 실행.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EB_​IMU::​setConfigString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IMU 설정 문자열을 직접 전송하고 결과 응답.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294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EB_​IMU::​ebimu_​parser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IMU UART 프레임을 조립하고 수치 항목으로 변환.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EB_​IMU::​uartRecv_​Normal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모드에서 IMU frame을 해석하고 무선 콜백.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EB_​IMU::​uartRecv_​Setup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 모드에서 IMU frame을 해석하고 PC 상태 출력.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1CDFFC3-90E1-42BF-898C-56CEB5CE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B48502C-2C55-4C08-8056-80D9D624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114 / 140</a:t>
            </a:r>
          </a:p>
        </p:txBody>
      </p:sp>
    </p:spTree>
    <p:extLst>
      <p:ext uri="{BB962C8B-B14F-4D97-AF65-F5344CB8AC3E}">
        <p14:creationId xmlns:p14="http://schemas.microsoft.com/office/powerpoint/2010/main" val="697844362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D19DC8E-5241-4149-9406-B8761DE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Rod · EB_IMU  3/4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1615F4C-D422-4706-8D10-E4A1D4E2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firmware/DF_Rod/src/EB_IMU.cpp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EB_​IMU::​jyro_​calibration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IMU 자이로 교정 요청·응답 처리.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461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EB_​IMU::​setInterval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IMU 출력 주기 변경 요청·응답 처리.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EB_​IMU::​getversion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IMU에 버전 요청을 보내고 응답 문자열 반환.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495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EB_​IMU::​setStartStop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IMU 자동 출력 시작/정지 명령과 응답 처리.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EB_​IMU::​checkSetupFileVal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 출력 주기를 검사해 재설정 필요 여부 반환.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541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EB_​IMU::​getIntervalFileStr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SPIFFS에서 IMU 출력 주기 문자열 읽기.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B8B1F5D-A10A-4388-8E94-34129A56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92C1A59-671A-4BF7-BB75-850AAF64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115 / 140</a:t>
            </a:r>
          </a:p>
        </p:txBody>
      </p:sp>
    </p:spTree>
    <p:extLst>
      <p:ext uri="{BB962C8B-B14F-4D97-AF65-F5344CB8AC3E}">
        <p14:creationId xmlns:p14="http://schemas.microsoft.com/office/powerpoint/2010/main" val="204375851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C147932-8FCC-421F-95C9-2E93E8B2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Rod · EB_IMU  4/4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8B3BD2A-FADD-4C19-94BC-E2DF8100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firmware/DF_Rod/src/EB_IMU.cpp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31623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EB_​IMU::​saveInterval (int)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숫자/문자열 출력 주기를 저장 함수로 전달.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584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EB_​IMU::​saveInterval (String)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숫자/문자열 출력 주기를 저장 함수로 전달.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EB_​IMU::​saveIntval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IMU 주기 문자열을 SPIFFS 파일에 기록.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596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EB_​IMU::​autoSetup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제품 IMU 출력 종류·주기를 순차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5080ACB-4F60-43D3-BCF0-72ADDC01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AA107B5-B9E0-40A4-A3E2-464424E6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116 / 140</a:t>
            </a:r>
          </a:p>
        </p:txBody>
      </p:sp>
    </p:spTree>
    <p:extLst>
      <p:ext uri="{BB962C8B-B14F-4D97-AF65-F5344CB8AC3E}">
        <p14:creationId xmlns:p14="http://schemas.microsoft.com/office/powerpoint/2010/main" val="1312883927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792AD1E-29F2-4D31-A8D7-111F895B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Rod · Encoder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AC97EC3-D2E8-46A4-A734-DF389A5A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firmware/DF_Rod/src/Encoder.cpp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Encoder::​Encoder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생성자; 별도 초기화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Encoder::​init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엔코더 입력 초기화 및 이전 핀 상태 저장.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Encoder::​setRotateCallback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엔코더 상태 변경 콜백 함수 포인터 등록.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Encoder::​rotate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홀 입력 변화를 카운트하고 변경값 전달; 시험 LED 동작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Encoder::​fillZero2char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카운트를 최소 2자리 문자열로 변환.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Encoder::​sendCount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홀 카운트를 환산하고 문자열이 변할 때만 콜백.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58F72DF-B370-47FB-AB59-4923258C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AB4ED2A-0440-4718-88B3-4F903BE8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117 / 140</a:t>
            </a:r>
          </a:p>
        </p:txBody>
      </p:sp>
    </p:spTree>
    <p:extLst>
      <p:ext uri="{BB962C8B-B14F-4D97-AF65-F5344CB8AC3E}">
        <p14:creationId xmlns:p14="http://schemas.microsoft.com/office/powerpoint/2010/main" val="262183835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A24DDC8-725A-4543-8EF7-90E7B761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Rod · ENow  1/2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D883A88-8AB6-43CB-8DDA-A7171174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firmware/DF_Rod/src/ENow.cpp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ENow::​ENow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생성자; 별도 초기화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ENow::​fsFormat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SPIFFS 전체 포맷; 장비 설정 소실에 주의.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ENow::​bindTargetAddress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저장된 대상 주소 문자열을 통신 주소 배열로 변환.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ENow::​init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Wi-Fi/ESP-NOW와 대상 peer·수신 콜백 초기화.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ENow::​write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문자 PID/payload를 등록 대상에 ESP-NOW로 송신.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ENow::​writeRaw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길이를 확인하고 binary frame을 등록 대상에 송신.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CC28D8E-7D29-4D85-ACB0-5BBB6680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6BFBC1A-A407-45D2-B70B-61FA2C35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118 / 140</a:t>
            </a:r>
          </a:p>
        </p:txBody>
      </p:sp>
    </p:spTree>
    <p:extLst>
      <p:ext uri="{BB962C8B-B14F-4D97-AF65-F5344CB8AC3E}">
        <p14:creationId xmlns:p14="http://schemas.microsoft.com/office/powerpoint/2010/main" val="966052336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F67D596-B022-4063-93C9-01E3B4C4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Rod · ENow  2/2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A93E400-B350-475C-81C0-F7232C2E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firmware/DF_Rod/src/ENow.cpp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38481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ENow::​writeBC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 절차용 문자 메시지를 broadcast로 송신.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ENow::​getMyAddress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장치의 무선 주소를 문자열로 반환.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ENow::​getTargetAddress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SPIFFS에서 등록된 대상 주소 문자열 읽기.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ENow::​setTargetAddress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등록할 대상 주소 문자열을 SPIFFS에 기록.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239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ENow::​addPeerAddress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지정 주소를 ESP-NOW peer로 추가.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EB9CABE-87FA-4C1D-92F4-5720034F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05DB94C-2F3B-426A-AB10-68248492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119 / 140</a:t>
            </a:r>
          </a:p>
        </p:txBody>
      </p:sp>
    </p:spTree>
    <p:extLst>
      <p:ext uri="{BB962C8B-B14F-4D97-AF65-F5344CB8AC3E}">
        <p14:creationId xmlns:p14="http://schemas.microsoft.com/office/powerpoint/2010/main" val="1988092031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27D417A-EF56-4D21-8DFC-AF3C4471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Rod 배터리 보고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61D7335-C90D-4200-90CD-F2ED9164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firmware/DF_Rod/src/modules/DF_Rod_BatteryMonitor.cpp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1104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battChangeCheckSend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잔량 변화·전송 간격 조건에 따라 배터리 상태 송신.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6B38B5E-C310-455B-B302-F78F81EE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A71CA05-6736-40C0-A1CF-2FDE98CC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120 / 140</a:t>
            </a:r>
          </a:p>
        </p:txBody>
      </p:sp>
    </p:spTree>
    <p:extLst>
      <p:ext uri="{BB962C8B-B14F-4D97-AF65-F5344CB8AC3E}">
        <p14:creationId xmlns:p14="http://schemas.microsoft.com/office/powerpoint/2010/main" val="1601620768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8325ACE-3BB8-47B0-9A3B-4E2D5A8A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Rod 통신·출력  1/4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8FCE6D0-DA77-4D1C-9C86-BF5B1E1C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firmware/DF_Rod/src/modules/DF_Rod_Communication.cpp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sent_​cb_​esp_​now_​sts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송신 완료 상태만 임계영역 내 고정 슬롯에 게시.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DF_​Rod_​Communication_​ProcessSendResult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게시된 ESP-NOW 송신 결과를 loop에서 소비하고 실패 로그 출력.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recv_​cb_​esp_​now_​msg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길이를 검사하고 수신 데이터·송신 주소를 고정 슬롯에 복사.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DF_​Rod_​Communication_​TakeReceived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임계영역 내 수신 슬롯을 소비하고 길이·송신 주소·오류 횟수 반환.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btnChangeCallback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OTA 중에는 억제하고 버튼 상태를 Main으로 전송.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rotateChangeCallback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OTA 중에는 억제하고 엔코더 값을 Main으로 전송.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BAAA287-6C7F-4BE8-BD57-16EBB492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D24EE82-C9CC-4AF2-8719-4B27C3DF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121 / 140</a:t>
            </a:r>
          </a:p>
        </p:txBody>
      </p:sp>
    </p:spTree>
    <p:extLst>
      <p:ext uri="{BB962C8B-B14F-4D97-AF65-F5344CB8AC3E}">
        <p14:creationId xmlns:p14="http://schemas.microsoft.com/office/powerpoint/2010/main" val="2093868714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BB15A9C-BCA7-4D53-B55D-8BBA1B30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Rod 통신·출력  2/4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75BF092-20FF-4C3B-93D1-ED7BDA4C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firmware/DF_Rod/src/modules/DF_Rod_Communication.cpp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imuDataCallback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OTA 중에는 억제하고 IMU PID/payload를 Main으로 전송.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setData_​RodCycleTest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순환 시험 허용 플래그를 서비스 명령으로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sendInfo_​boardType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 보드 타입 정보를 Main으로 전송.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imuConnResp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IMU 연결 상태를 Main으로 응답.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nowRecvHandler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고정 수신 슬롯을 소비하고 OTA를 먼저 분리한 뒤 일반 PID 처리.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anaReelDeviceControl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릴 전체 정지·IMU 설정 등 장치 제어 요청 처리.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E764343-CC0C-4D54-A8D0-4D7E5FD1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E87C3EE-5EDC-47FE-9F97-4BB2668E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122 / 140</a:t>
            </a:r>
          </a:p>
        </p:txBody>
      </p:sp>
    </p:spTree>
    <p:extLst>
      <p:ext uri="{BB962C8B-B14F-4D97-AF65-F5344CB8AC3E}">
        <p14:creationId xmlns:p14="http://schemas.microsoft.com/office/powerpoint/2010/main" val="2130464441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3F54A9B-3FD2-4F4D-9152-5BE83954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Rod 통신·출력  3/4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40F8337-4D4F-4BB1-A7B6-62B83606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firmware/DF_Rod/src/modules/DF_Rod_Communication.cpp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anaVrtMotMainCmd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진동 고정/반복/정지 명령 해석·실행.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anaBtnLedMainCmd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좌우 버튼 LED 고정/반복/정지 명령 해석·실행.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rodVrtControl_​Start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진동 반복 횟수·ON/OFF 시간·시작 상태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rodVrtControl_​Stop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진동 상태기계 실행 플래그 해제.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676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rodVrtControl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진동 출력 ON/OFF와 반복 횟수 상태 진행.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685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rodBtnLedControl_​Start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지정 버튼 LED 반복 횟수·시간·상태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E2CEA82-F295-4A6F-B677-82CDE751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03FB050-6D99-47B0-B919-A83B1D48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123 / 140</a:t>
            </a:r>
          </a:p>
        </p:txBody>
      </p:sp>
    </p:spTree>
    <p:extLst>
      <p:ext uri="{BB962C8B-B14F-4D97-AF65-F5344CB8AC3E}">
        <p14:creationId xmlns:p14="http://schemas.microsoft.com/office/powerpoint/2010/main" val="449678897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21FC9DA-2F7D-4DF4-8116-6787FE22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Rod 통신·출력  4/4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5595379-8F49-41A5-97F7-8729556E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firmware/DF_Rod/src/modules/DF_Rod_Communication.cpp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2476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rodBtnLedControl_​Stop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지정 버튼 LED 반복 상태·플래그 해제.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rodLfBtnLedControl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왼쪽 버튼 LED 반복 점멸 상태 진행.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781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rodRtBtnLedControl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오른쪽 버튼 LED 반복 점멸 상태 진행.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183D076-C0F5-41D0-AF44-39AA0AB4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6BBF1B7-07D8-45C3-9F2F-5F87289D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124 / 140</a:t>
            </a:r>
          </a:p>
        </p:txBody>
      </p:sp>
    </p:spTree>
    <p:extLst>
      <p:ext uri="{BB962C8B-B14F-4D97-AF65-F5344CB8AC3E}">
        <p14:creationId xmlns:p14="http://schemas.microsoft.com/office/powerpoint/2010/main" val="10679241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D35E72E-1A12-407D-A7C1-4F09F926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Rod OTA 수신  1/2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AAF9594-E4A1-4737-9ED8-77A6CF57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firmware/DF_Rod/src/modules/DF_Rod_Ota.cpp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DF_​Rod_​Ota_​ResetState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SHA-256 context와 OTA 세션 상태 초기화.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DF_​Rod_​Ota_​StopOutputs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OTA 진입 시 진동·버튼 LED 출력을 정지.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DF_​Rod_​Ota_​SendAck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 종류·상태·다음 sequence·기록량을 ACK로 송신.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DF_​Rod_​Ota_​Start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대상·크기·세션을 검사하고 비활성 app 쓰기 시작.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DF_​Rod_​Ota_​Data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순서/중복을 검사하고 data 기록·SHA-256 누적.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DF_​Rod_​Ota_​Finish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길이·digest 검사 후 부팅 슬롯 전환과 재부팅 예약.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6445C94-1C43-4D3D-BAA9-377557C6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5E4C0BF-DDCA-4CE5-9426-425653AF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125 / 140</a:t>
            </a:r>
          </a:p>
        </p:txBody>
      </p:sp>
    </p:spTree>
    <p:extLst>
      <p:ext uri="{BB962C8B-B14F-4D97-AF65-F5344CB8AC3E}">
        <p14:creationId xmlns:p14="http://schemas.microsoft.com/office/powerpoint/2010/main" val="357546782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0417587-C4B1-45C6-93CB-10E2A68C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Rod OTA 수신  2/2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2D1E6AA-561A-4F58-A7B9-75CAA288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firmware/DF_Rod/src/modules/DF_Rod_Ota.cpp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2476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DF_​Rod_​Ota_​HandleFrame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 Main만 허용하고 OTA frame 종류별 처리·ACK.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DF_​Rod_​Ota_​IsActive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OTA 세션 활성 여부 반환.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DF_​Rod_​Ota_​Process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후 예약 시간이 지나면 Rod 재부팅.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9CBE73E-4184-4571-8ACE-47B5C415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EED22A5-403E-4D44-AD8B-84D9D781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126 / 140</a:t>
            </a:r>
          </a:p>
        </p:txBody>
      </p:sp>
    </p:spTree>
    <p:extLst>
      <p:ext uri="{BB962C8B-B14F-4D97-AF65-F5344CB8AC3E}">
        <p14:creationId xmlns:p14="http://schemas.microsoft.com/office/powerpoint/2010/main" val="1650726638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3DE98F2-8084-4578-A1E4-6A3A25F9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Rod 연결·전원 감시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DAA9CE0-90E7-4DB3-88A1-D391DBC7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firmware/DF_Rod/src/modules/DF_Rod_PowerAndImu.cpp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2476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rodAliveRecvTOCheck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Main alive 수신 timeout을 검사해 연결·LED 상태 갱신.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sleepEnteranceCheck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sleep 조건 검사만 남음; 실제 deep-sleep 코드는 주석 상태.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imuConnectCheck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IMU 데이터 수신/timeout을 판정하고 상태 변화 송신.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A2641C6-6E42-4531-873B-291DB934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0899ED0-7ED4-4AD3-B7CC-47901B2F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127 / 140</a:t>
            </a:r>
          </a:p>
        </p:txBody>
      </p:sp>
    </p:spTree>
    <p:extLst>
      <p:ext uri="{BB962C8B-B14F-4D97-AF65-F5344CB8AC3E}">
        <p14:creationId xmlns:p14="http://schemas.microsoft.com/office/powerpoint/2010/main" val="717157562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D79646F-0C61-4605-8CE6-31DF6871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Rod 등록  1/2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D034CE8-FCEF-481B-94F9-34D0F7C4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firmware/DF_Rod/src/modules/DF_Rod_Registration.cpp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t1ms_​Process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t10ms_​Process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진동과 좌우 버튼 LED 반복 상태기계를 진행.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sendRodInfo_​forStep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IMU·배터리·보드 정보를 100ms 단계로 나누어 송신.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rodRegistToStop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 등록 timeout 상태를 정지.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rodRegistToStart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 등록 timeout 감시를 시작.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rodRegi3secToStart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 완료 후 지연 종료/재부팅 상태를 시작.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D5ABA85-C54B-439B-9B54-0AAC350F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8D76836-A703-4B11-A2C3-0D2D436D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128 / 140</a:t>
            </a:r>
          </a:p>
        </p:txBody>
      </p:sp>
    </p:spTree>
    <p:extLst>
      <p:ext uri="{BB962C8B-B14F-4D97-AF65-F5344CB8AC3E}">
        <p14:creationId xmlns:p14="http://schemas.microsoft.com/office/powerpoint/2010/main" val="1650262612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E766391-E8DC-4266-8648-D490EDC5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Rod 등록  2/2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DC3B52E-EE66-42C0-9924-861E6351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firmware/DF_Rod/src/modules/DF_Rod_Registration.cpp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1790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rodRegistToControl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 단계별 timeout·취소·종료를 처리.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rodRegistCancel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 모드를 해제해 정상 상태로 복귀.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A9CCBE4-CE7C-49E4-A061-AA87A123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AE24C7A-D5D1-4BF1-927E-56AB437C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129 / 140</a:t>
            </a:r>
          </a:p>
        </p:txBody>
      </p:sp>
    </p:spTree>
    <p:extLst>
      <p:ext uri="{BB962C8B-B14F-4D97-AF65-F5344CB8AC3E}">
        <p14:creationId xmlns:p14="http://schemas.microsoft.com/office/powerpoint/2010/main" val="362747322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F427497-D3ED-4859-A752-DD56ABA7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Rod 시간·입력  1/2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1FEFE37-9A90-429E-9226-6D57F0FD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firmware/DF_Rod/src/modules/DF_Rod_SchedulerAndInput.cpp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t100ms_​Process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부팅 정보·장기 버튼 입력·등록 LED/timeout 처리.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t500ms_​Process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배터리 ADC 이동 평균을 갱신.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t1sec_​Process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alive·IMU·배터리·보드 LED 상태를 주기 갱신.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rodLed1SecControl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Main alive와 등록 상태에 따라 Rod 보드 LED 표시.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run_​timer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millis 경과량으로 1/10/100/500/1000ms 카운터 누적.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ioPinSetting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제품 GPIO 입출력 모드와 초기 출력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572EBD8-807D-4622-B7F2-0903D23C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D5380B1-12BA-4A29-9EB6-A113FD40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130 / 140</a:t>
            </a:r>
          </a:p>
        </p:txBody>
      </p:sp>
    </p:spTree>
    <p:extLst>
      <p:ext uri="{BB962C8B-B14F-4D97-AF65-F5344CB8AC3E}">
        <p14:creationId xmlns:p14="http://schemas.microsoft.com/office/powerpoint/2010/main" val="1962561285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60A51E6-568B-4391-A06B-01C73690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Rod 시간·입력  2/2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53E9E54-3BD4-46C4-95DA-C9306B01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firmware/DF_Rod/src/modules/DF_Rod_SchedulerAndInput.cpp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1104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checkFileSystem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SPIFFS 마운트; 실패 시 포맷하고 재부팅.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33CB708-4387-4469-81C7-AB5C29E6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5657CCB-B226-4122-8195-7E7E3731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131 / 140</a:t>
            </a:r>
          </a:p>
        </p:txBody>
      </p:sp>
    </p:spTree>
    <p:extLst>
      <p:ext uri="{BB962C8B-B14F-4D97-AF65-F5344CB8AC3E}">
        <p14:creationId xmlns:p14="http://schemas.microsoft.com/office/powerpoint/2010/main" val="1626579714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08630A9-F148-4FC4-8619-060DEC7B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Rod PC 설정  1/3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6E5E1A4-CBB6-4391-B3F5-8A8D4465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firmware/DF_Rod/src/modules/DF_Rod_SetupProtocol.cpp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uartPcHandler_​NormalMode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 USB 정상 모드의 조회·설정·시험 명령 처리.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targetAddrWrite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주소 문자열 길이를 확인하고 파일에 저장.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uartPcHandler_​Setup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Rod USB 설정 모드의 주소·IMU·모드 명령 처리.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setRecvImuData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IMU 수신 감시 플래그·간격 측정 상태 갱신.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isRodNewBoard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Rod 보드 종류 판정값 반환.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setBoardType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고정 Rod 보드 타입 설정/반환.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0152426-409F-47A3-A6A8-CEBF67B2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EDFBD18-7D65-45E4-B786-FF345208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132 / 140</a:t>
            </a:r>
          </a:p>
        </p:txBody>
      </p:sp>
    </p:spTree>
    <p:extLst>
      <p:ext uri="{BB962C8B-B14F-4D97-AF65-F5344CB8AC3E}">
        <p14:creationId xmlns:p14="http://schemas.microsoft.com/office/powerpoint/2010/main" val="340286976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B9E6D28-ECAC-47FD-9615-C0AAF47B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Rod PC 설정  2/3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34D4A37-3682-4ABC-AE99-284EB414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firmware/DF_Rod/src/modules/DF_Rod_SetupProtocol.cpp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getButtonType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getButtonType 기준의 현재 버튼 종류 반환.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279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getBreakType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브레이크 구성 반환.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285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getEncType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엔코더 구성 반환.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291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getBattType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배터리 구성 반환.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settingIOtype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예약/미구현 함수: 현재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setSlaveMode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 입력 핀을 읽어 Rod 정상/설정 모드 결정.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B218E4D-A519-420B-BB0A-4A2610D3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574C10B-D699-4C13-A729-9FAB3CAB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133 / 140</a:t>
            </a:r>
          </a:p>
        </p:txBody>
      </p:sp>
    </p:spTree>
    <p:extLst>
      <p:ext uri="{BB962C8B-B14F-4D97-AF65-F5344CB8AC3E}">
        <p14:creationId xmlns:p14="http://schemas.microsoft.com/office/powerpoint/2010/main" val="1449659204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22242A3-0106-4821-A0C0-5A195587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Rod PC 설정  3/3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BD9E64C-F1A5-448A-912C-C3CF8D77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firmware/DF_Rod/src/modules/DF_Rod_SetupProtocol.cpp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38481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readSlaveMode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Rod 모드 값 반환.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isSlaveSetupMode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설정 모드 여부 반환.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Entry_​SetupMode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 모드 플래그와 상태 LED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337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Exit_​SetupMode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 모드를 종료하기 위해 재부팅.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ESP_​Soft_​Reset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ESP.restart()로 소프트웨어 재부팅.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AF00195-B380-4A3E-A84D-0382DE1A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CA7132E-5426-4379-8AE1-5F9487A3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134 / 140</a:t>
            </a:r>
          </a:p>
        </p:txBody>
      </p:sp>
    </p:spTree>
    <p:extLst>
      <p:ext uri="{BB962C8B-B14F-4D97-AF65-F5344CB8AC3E}">
        <p14:creationId xmlns:p14="http://schemas.microsoft.com/office/powerpoint/2010/main" val="1163243790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41FE86F-095A-42E8-8929-4585D3F0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Rod · Potentiometer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974C038-C4FC-4999-8821-3CF26AC7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firmware/DF_Rod/src/Potentiometer.cpp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Potentiometer::​Potentiometer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생성자; 별도 초기화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Potentiometer::​init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디지털 포텐셔미터용 SPI와 초기 출력 설정.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Potentiometer::​digitalPortWrite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chip-select를 제어하며 SPI 값 전송.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Potentiometer::​setValue (String)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입력값을 해석해 디지털 포텐셔미터 출력 함수 호출.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Potentiometer::​setValue (int)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입력값을 해석해 디지털 포텐셔미터 출력 함수 호출.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Potentiometer::​outValue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허용 범위·반전 조건을 적용해 SPI 출력.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764E314-D09A-467B-834E-4B8409C4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262E77C-7522-42CF-B25A-98C5333C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135 / 140</a:t>
            </a:r>
          </a:p>
        </p:txBody>
      </p:sp>
    </p:spTree>
    <p:extLst>
      <p:ext uri="{BB962C8B-B14F-4D97-AF65-F5344CB8AC3E}">
        <p14:creationId xmlns:p14="http://schemas.microsoft.com/office/powerpoint/2010/main" val="1374363013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F8C93CB-DEA5-4353-A2A4-29D83E33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Rod · SwitchButton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C8517CD-8619-4B0F-8576-08796811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firmware/DF_Rod/src/SwitchButton.cpp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31623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SwitchButton::​SwitchButton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생성자; 별도 초기화 실행문 없음.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SwitchButton::​init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버튼 입력 핀과 이전 입력 상태 초기화.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SwitchButton::​setSwitchCallback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버튼 변화 알림 콜백 포인터 등록.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SwitchButton::​toggle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버튼 입력·필터·LED 상태를 갱신하고 변화 콜백.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621E187-8B35-42B1-B4F4-047E6FE8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66180A3-816F-4FF1-A1FF-47B49E97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136 / 140</a:t>
            </a:r>
          </a:p>
        </p:txBody>
      </p:sp>
    </p:spTree>
    <p:extLst>
      <p:ext uri="{BB962C8B-B14F-4D97-AF65-F5344CB8AC3E}">
        <p14:creationId xmlns:p14="http://schemas.microsoft.com/office/powerpoint/2010/main" val="649903715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D5D2F9D-9F8B-424B-A0A2-3EF695CF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공유 프로토콜  1/2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D86F565-610A-4F21-9621-6B0FE8FE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libraries/DFProtocol/src/DFProtocol.cpp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DF_​Protocol_​Encode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문자 PID/payload를 용량·입력 검사 후 메시지로 인코딩.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DF_​Protocol_​Decode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문자 메시지 길이/PID를 검사하고 payload view 반환.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DF_​Protocol_​RodOta_​IsFrameTypeValid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허용된 OTA frame 종류인지 검사.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DF_​Protocol_​RodOta_​CalculateCrc32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OTA frame 데이터의 CRC32 계산.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DF_​Protocol_​RodOta_​WriteUint32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32-bit 값을 big-endian byte 배열로 기록.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DF_​Protocol_​RodOta_​ReadUint32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big-endian 4바이트를 32-bit 값으로 복원.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6C8FAB9-DCB7-47F6-B72C-3C23F648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97F3EE4-491E-4837-8322-DFEB5888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137 / 140</a:t>
            </a:r>
          </a:p>
        </p:txBody>
      </p:sp>
    </p:spTree>
    <p:extLst>
      <p:ext uri="{BB962C8B-B14F-4D97-AF65-F5344CB8AC3E}">
        <p14:creationId xmlns:p14="http://schemas.microsoft.com/office/powerpoint/2010/main" val="993905048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7025196-3AAA-4CC7-9852-88EFA137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공유 프로토콜  2/2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C04F683-6E7D-4E37-93F7-AC530C7B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libraries/DFProtocol/src/DFProtocol.cpp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1790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5619750"/>
                <a:gridCol w="1143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역할·실제 상태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줄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DF_​Protocol_​RodOta_​EncodeFrame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DFRO header·payload·CRC를 binary frame으로 생성.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DF_​Protocol_​RodOta_​DecodeFrame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magic·버전·종류·길이·CRC 검사 후 frame view 반환.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2019AF8-4D0F-4439-94FA-80D20612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474078C-1F6F-4A4E-80FB-04A6A855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138 / 140</a:t>
            </a:r>
          </a:p>
        </p:txBody>
      </p:sp>
    </p:spTree>
    <p:extLst>
      <p:ext uri="{BB962C8B-B14F-4D97-AF65-F5344CB8AC3E}">
        <p14:creationId xmlns:p14="http://schemas.microsoft.com/office/powerpoint/2010/main" val="1988650453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97D5759-83D7-4B38-8932-096993AA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함수 밖의 선언·상수는 헤더에서 확인합니다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98D66D0-3160-44FB-BB7E-D414C8A8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함수 정의 표가 다루지 않는 파일도 소스 탐색에 필요합니다.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76250" y="1676400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381500"/>
                <a:gridCol w="6858000"/>
              </a:tblGrid>
              <a:tr h="4191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내용</a:t>
                      </a:r>
                    </a:p>
                  </a:txBody>
                  <a:tcPr marL="91440" marR="91440" marT="45720" marB="45720">
                    <a:solidFill>
                      <a:srgbClr val="E9ECE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DF_*_State.h / DF_*_Internal.h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공용 상태 선언 / 구현 집계 include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Common.h / Main Config.h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제품 pin·입출력 수준·상수·설정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각 modules/*.h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공개 함수 선언·기능 상태 extern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Encoder.h / ENow.h 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클래스 인터페이스·callback 인자·멤버 상태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Version.cpp / Version.h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버전 정의와 외부 선언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DFProtocol.h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476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PID·상태 enum·frame view·payload 한계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C64CD06-F6F5-42BB-8F1E-CF4FB46D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18A1C9D-BB78-4A2F-B0E5-FC5D3563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139 / 140</a:t>
            </a:r>
          </a:p>
        </p:txBody>
      </p:sp>
    </p:spTree>
    <p:extLst>
      <p:ext uri="{BB962C8B-B14F-4D97-AF65-F5344CB8AC3E}">
        <p14:creationId xmlns:p14="http://schemas.microsoft.com/office/powerpoint/2010/main" val="2146134371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ag">
            <a:extLst xmlns:a="http://schemas.openxmlformats.org/drawingml/2006/main">
              <a:ext uri="{FF2B5EF4-FFF2-40B4-BE49-F238E27FC236}">
                <a16:creationId xmlns:a16="http://schemas.microsoft.com/office/drawing/2014/main" id="{1162643E-ED21-4025-BE27-45809C4C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MAINTENANCE CHECKLIST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7A812DE-9629-4F5C-BBBE-07681EA1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81200"/>
            <a:ext cx="11239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수정은 호출 경계에서,</a:t>
            </a:r>
          </a:p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완료는 검증 근거로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5C8C0AA-F187-4FFB-B27E-C87B6F71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0062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소스 위치 확인 → 실행 문맥 확인 → 최소 변경 → build → 필요한 장비 확인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D9D8FAA-CBBC-4103-AF48-DA411D23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DF FIRMWARE  ·  2026.08.31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5FCEE3E-989F-4913-BA75-ACBEA846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140 / 140</a:t>
            </a:r>
          </a:p>
        </p:txBody>
      </p:sp>
    </p:spTree>
    <p:extLst>
      <p:ext uri="{BB962C8B-B14F-4D97-AF65-F5344CB8AC3E}">
        <p14:creationId xmlns:p14="http://schemas.microsoft.com/office/powerpoint/2010/main" val="2634375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2026-08-31T04:29:26.9900000Z</dcterms:created>
  <dcterms:modified xsi:type="dcterms:W3CDTF">2026-08-31T04:29:26.9900000Z</dcterms:modified>
</coreProperties>
</file>